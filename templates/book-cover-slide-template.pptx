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66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06440" y="548640"/>
            <a:ext cx="5928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806440" y="1508760"/>
            <a:ext cx="5928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806440" y="2286000"/>
            <a:ext cx="59280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6263640"/>
            <a:ext cx="5928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71600" y="1371600"/>
            <a:ext cx="9445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4231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3246120"/>
            <a:ext cx="67025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pic>
        <p:nvPicPr>
          <p:cNvPr id="5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2026-09-23T16:38:46Z</dcterms:created>
  <dcterms:modified xsi:type="dcterms:W3CDTF">2026-09-23T16:38:46Z</dcterms:modified>
</cp:coreProperties>
</file>