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457200"/>
            <a:ext cx="5928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projects are bets - except the ones that aren't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214884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Stringer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926080"/>
            <a:ext cx="59280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0" y="13716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4231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3246120"/>
            <a:ext cx="6702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pic>
        <p:nvPicPr>
          <p:cNvPr id="5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management theatre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Shortening the odds:  making smaller bets, cheating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Upping the bet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things aren't bets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Archbishop of Canterbury and nonsense accumulators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Bricks without straw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baby seal and the big bad dog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 you stay or should you go?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glass poker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0"/>
            <a:ext cx="5928055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mark.stringer@gmail.com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2026-09-23T16:51:00Z</dcterms:created>
  <dcterms:modified xsi:type="dcterms:W3CDTF">2026-09-23T16:51:00Z</dcterms:modified>
</cp:coreProperties>
</file>