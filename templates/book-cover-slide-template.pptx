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book-cover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5166360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806440" y="548640"/>
            <a:ext cx="592805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1F4E9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Click to add title</a:t>
            </a:r>
            <a:endParaRPr lang="en-US" sz="3600" dirty="0"/>
          </a:p>
        </p:txBody>
      </p:sp>
      <p:sp>
        <p:nvSpPr>
          <p:cNvPr id="4" name="Text 1"/>
          <p:cNvSpPr txBox="1"/>
          <p:nvPr/>
        </p:nvSpPr>
        <p:spPr>
          <a:xfrm>
            <a:off x="5806440" y="1508760"/>
            <a:ext cx="59280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i="1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Click to add subtitle</a:t>
            </a:r>
            <a:endParaRPr lang="en-US" sz="1800" dirty="0"/>
          </a:p>
        </p:txBody>
      </p:sp>
      <p:sp>
        <p:nvSpPr>
          <p:cNvPr id="5" name="Text 2"/>
          <p:cNvSpPr txBox="1"/>
          <p:nvPr/>
        </p:nvSpPr>
        <p:spPr>
          <a:xfrm>
            <a:off x="5806440" y="2286000"/>
            <a:ext cx="5928055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Click to add a key point</a:t>
            </a:r>
            <a:endParaRPr lang="en-US" sz="1600" dirty="0"/>
          </a:p>
          <a:p>
            <a:pPr algn="l" marL="342900" indent="-3429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Click to add supporting detail</a:t>
            </a:r>
            <a:endParaRPr lang="en-US" sz="1600" dirty="0"/>
          </a:p>
          <a:p>
            <a:pPr algn="l" marL="342900" indent="-3429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Click to add a third point</a:t>
            </a:r>
            <a:endParaRPr lang="en-US" sz="1600" dirty="0"/>
          </a:p>
        </p:txBody>
      </p:sp>
      <p:sp>
        <p:nvSpPr>
          <p:cNvPr id="6" name="Text 3"/>
          <p:cNvSpPr txBox="1"/>
          <p:nvPr/>
        </p:nvSpPr>
        <p:spPr>
          <a:xfrm>
            <a:off x="5806440" y="6263640"/>
            <a:ext cx="592805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100" i="1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Delivering the Impossible — Mark Stringer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371600" y="1371600"/>
            <a:ext cx="944575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1F4E9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Click to add title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1371600" y="2423160"/>
            <a:ext cx="94457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i="1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Click to add subtitle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2743200" y="3246120"/>
            <a:ext cx="6702552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Click to add a key point</a:t>
            </a:r>
            <a:endParaRPr lang="en-US" sz="1600" dirty="0"/>
          </a:p>
          <a:p>
            <a:pPr algn="l" marL="342900" indent="-3429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Click to add supporting detail</a:t>
            </a:r>
            <a:endParaRPr lang="en-US" sz="1600" dirty="0"/>
          </a:p>
          <a:p>
            <a:pPr algn="l" marL="342900" indent="-3429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Click to add a third point</a:t>
            </a:r>
            <a:endParaRPr lang="en-US" sz="1600" dirty="0"/>
          </a:p>
        </p:txBody>
      </p:sp>
      <p:pic>
        <p:nvPicPr>
          <p:cNvPr id="5" name="Image 0" descr="book-cov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4599552"/>
            <a:ext cx="1188720" cy="1801248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8076895" y="62636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1100" i="1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Delivering the Impossible — Mark Stringer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14400" y="0"/>
            <a:ext cx="10360152" cy="6858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F4E9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4. project management theatre</a:t>
            </a:r>
            <a:endParaRPr lang="en-US" sz="4000" dirty="0"/>
          </a:p>
        </p:txBody>
      </p:sp>
      <p:pic>
        <p:nvPicPr>
          <p:cNvPr id="3" name="Image 0" descr="book-cov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4599552"/>
            <a:ext cx="1188720" cy="1801248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8076895" y="62636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1100" i="1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Delivering the Impossible — Mark Stringer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14400" y="0"/>
            <a:ext cx="10360152" cy="6858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F4E9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6. Shortening the odds:  making smaller bets, cheating</a:t>
            </a:r>
            <a:endParaRPr lang="en-US" sz="4000" dirty="0"/>
          </a:p>
        </p:txBody>
      </p:sp>
      <p:pic>
        <p:nvPicPr>
          <p:cNvPr id="3" name="Image 0" descr="book-cov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4599552"/>
            <a:ext cx="1188720" cy="1801248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8076895" y="62636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1100" i="1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Delivering the Impossible — Mark Stringer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14400" y="0"/>
            <a:ext cx="10360152" cy="6858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F4E9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7. Upping the bet</a:t>
            </a:r>
            <a:endParaRPr lang="en-US" sz="4000" dirty="0"/>
          </a:p>
        </p:txBody>
      </p:sp>
      <p:pic>
        <p:nvPicPr>
          <p:cNvPr id="3" name="Image 0" descr="book-cov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4599552"/>
            <a:ext cx="1188720" cy="1801248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8076895" y="62636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1100" i="1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Delivering the Impossible — Mark Stringer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14400" y="0"/>
            <a:ext cx="10360152" cy="6858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F4E9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8. Some things aren't bets</a:t>
            </a:r>
            <a:endParaRPr lang="en-US" sz="4000" dirty="0"/>
          </a:p>
        </p:txBody>
      </p:sp>
      <p:pic>
        <p:nvPicPr>
          <p:cNvPr id="3" name="Image 0" descr="book-cov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4599552"/>
            <a:ext cx="1188720" cy="1801248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8076895" y="62636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1100" i="1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Delivering the Impossible — Mark Stringer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2026-09-23T16:41:34Z</dcterms:created>
  <dcterms:modified xsi:type="dcterms:W3CDTF">2026-09-23T16:41:34Z</dcterms:modified>
</cp:coreProperties>
</file>