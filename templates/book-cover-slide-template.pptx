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ook-cov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516636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806440" y="548640"/>
            <a:ext cx="59280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Click to add title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806440" y="1508760"/>
            <a:ext cx="5928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to add subtitle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806440" y="2286000"/>
            <a:ext cx="5928055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to add a key point</a:t>
            </a:r>
            <a:endParaRPr lang="en-US" sz="1600" dirty="0"/>
          </a:p>
          <a:p>
            <a:pPr algn="l"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to add supporting detail</a:t>
            </a:r>
            <a:endParaRPr lang="en-US" sz="1600" dirty="0"/>
          </a:p>
          <a:p>
            <a:pPr algn="l"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to add a third point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806440" y="6263640"/>
            <a:ext cx="59280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Delivering the Impossible — Mark Stringer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71600" y="1371600"/>
            <a:ext cx="94457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4E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Click to add title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242316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to add subtitle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2743200" y="3246120"/>
            <a:ext cx="670255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to add a key point</a:t>
            </a:r>
            <a:endParaRPr lang="en-US" sz="1600" dirty="0"/>
          </a:p>
          <a:p>
            <a:pPr algn="l"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to add supporting detail</a:t>
            </a:r>
            <a:endParaRPr lang="en-US" sz="1600" dirty="0"/>
          </a:p>
          <a:p>
            <a:pPr algn="l"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to add a third point</a:t>
            </a:r>
            <a:endParaRPr lang="en-US" sz="1600" dirty="0"/>
          </a:p>
        </p:txBody>
      </p:sp>
      <p:pic>
        <p:nvPicPr>
          <p:cNvPr id="5" name="Image 0" descr="book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599552"/>
            <a:ext cx="1188720" cy="18012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76895" y="6263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Delivering the Impossible — Mark Stringer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0"/>
            <a:ext cx="10360152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E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project management theatre</a:t>
            </a:r>
            <a:endParaRPr lang="en-US" sz="4000" dirty="0"/>
          </a:p>
        </p:txBody>
      </p:sp>
      <p:pic>
        <p:nvPicPr>
          <p:cNvPr id="3" name="Image 0" descr="book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599552"/>
            <a:ext cx="1188720" cy="180124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076895" y="6263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Delivering the Impossible — Mark Stringer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0"/>
            <a:ext cx="10360152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E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 Shortening the odds:  making smaller bets, cheating</a:t>
            </a:r>
            <a:endParaRPr lang="en-US" sz="4000" dirty="0"/>
          </a:p>
        </p:txBody>
      </p:sp>
      <p:pic>
        <p:nvPicPr>
          <p:cNvPr id="3" name="Image 0" descr="book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599552"/>
            <a:ext cx="1188720" cy="180124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076895" y="6263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Delivering the Impossible — Mark Stringer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0"/>
            <a:ext cx="10360152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E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 Upping the bet</a:t>
            </a:r>
            <a:endParaRPr lang="en-US" sz="4000" dirty="0"/>
          </a:p>
        </p:txBody>
      </p:sp>
      <p:pic>
        <p:nvPicPr>
          <p:cNvPr id="3" name="Image 0" descr="book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599552"/>
            <a:ext cx="1188720" cy="180124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076895" y="6263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Delivering the Impossible — Mark Stringer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0"/>
            <a:ext cx="10360152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E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8. Some things aren't bets</a:t>
            </a:r>
            <a:endParaRPr lang="en-US" sz="4000" dirty="0"/>
          </a:p>
        </p:txBody>
      </p:sp>
      <p:pic>
        <p:nvPicPr>
          <p:cNvPr id="3" name="Image 0" descr="book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599552"/>
            <a:ext cx="1188720" cy="180124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076895" y="6263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Delivering the Impossible — Mark Stringer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0"/>
            <a:ext cx="10360152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E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9. The Archbishop of Canterbury and nonsense accumulators</a:t>
            </a:r>
            <a:endParaRPr lang="en-US" sz="4000" dirty="0"/>
          </a:p>
        </p:txBody>
      </p:sp>
      <p:pic>
        <p:nvPicPr>
          <p:cNvPr id="3" name="Image 0" descr="book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599552"/>
            <a:ext cx="1188720" cy="180124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076895" y="6263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Delivering the Impossible — Mark Stringer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0"/>
            <a:ext cx="10360152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E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 Bricks without straw</a:t>
            </a:r>
            <a:endParaRPr lang="en-US" sz="4000" dirty="0"/>
          </a:p>
        </p:txBody>
      </p:sp>
      <p:pic>
        <p:nvPicPr>
          <p:cNvPr id="3" name="Image 0" descr="book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599552"/>
            <a:ext cx="1188720" cy="180124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076895" y="6263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Delivering the Impossible — Mark Stringer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0"/>
            <a:ext cx="10360152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E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11. The baby seal and the big bad dog</a:t>
            </a:r>
            <a:endParaRPr lang="en-US" sz="4000" dirty="0"/>
          </a:p>
        </p:txBody>
      </p:sp>
      <p:pic>
        <p:nvPicPr>
          <p:cNvPr id="3" name="Image 0" descr="book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599552"/>
            <a:ext cx="1188720" cy="180124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076895" y="6263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Delivering the Impossible — Mark Stringer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0"/>
            <a:ext cx="10360152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E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12. Should you stay or should you go?</a:t>
            </a:r>
            <a:endParaRPr lang="en-US" sz="4000" dirty="0"/>
          </a:p>
        </p:txBody>
      </p:sp>
      <p:pic>
        <p:nvPicPr>
          <p:cNvPr id="3" name="Image 0" descr="book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599552"/>
            <a:ext cx="1188720" cy="180124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076895" y="6263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Delivering the Impossible — Mark Stringer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0"/>
            <a:ext cx="10360152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E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13. Looking glass poker</a:t>
            </a:r>
            <a:endParaRPr lang="en-US" sz="4000" dirty="0"/>
          </a:p>
        </p:txBody>
      </p:sp>
      <p:pic>
        <p:nvPicPr>
          <p:cNvPr id="3" name="Image 0" descr="book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599552"/>
            <a:ext cx="1188720" cy="180124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076895" y="6263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Delivering the Impossible — Mark Stringer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2026-09-23T16:44:19Z</dcterms:created>
  <dcterms:modified xsi:type="dcterms:W3CDTF">2026-09-23T16:44:19Z</dcterms:modified>
</cp:coreProperties>
</file>