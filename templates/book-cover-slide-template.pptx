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ook-co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16636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806440" y="548640"/>
            <a:ext cx="5928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806440" y="1508760"/>
            <a:ext cx="5928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806440" y="2286000"/>
            <a:ext cx="5928055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806440" y="6263640"/>
            <a:ext cx="5928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71600" y="1371600"/>
            <a:ext cx="9445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 to add title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242316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subtitle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2743200" y="3246120"/>
            <a:ext cx="67025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key point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supporting detail</a:t>
            </a:r>
            <a:endParaRPr lang="en-US" sz="1600" dirty="0"/>
          </a:p>
          <a:p>
            <a:pPr algn="l"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to add a third point</a:t>
            </a:r>
            <a:endParaRPr lang="en-US" sz="1600" dirty="0"/>
          </a:p>
        </p:txBody>
      </p:sp>
      <p:pic>
        <p:nvPicPr>
          <p:cNvPr id="5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0"/>
            <a:ext cx="1036015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E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project management theatre</a:t>
            </a:r>
            <a:endParaRPr lang="en-US" sz="4000" dirty="0"/>
          </a:p>
        </p:txBody>
      </p:sp>
      <p:pic>
        <p:nvPicPr>
          <p:cNvPr id="3" name="Image 0" descr="book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99552"/>
            <a:ext cx="1188720" cy="180124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76895" y="6263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7A7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Delivering the Impossible — Mark Stringer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2026-09-23T16:39:32Z</dcterms:created>
  <dcterms:modified xsi:type="dcterms:W3CDTF">2026-09-23T16:39:32Z</dcterms:modified>
</cp:coreProperties>
</file>