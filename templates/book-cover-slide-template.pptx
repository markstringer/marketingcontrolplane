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ook-co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516636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806440" y="548640"/>
            <a:ext cx="59280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Click to add title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806440" y="1508760"/>
            <a:ext cx="5928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add subtitle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806440" y="2286000"/>
            <a:ext cx="5928055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add a key point</a:t>
            </a:r>
            <a:endParaRPr lang="en-US" sz="1600" dirty="0"/>
          </a:p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add supporting detail</a:t>
            </a:r>
            <a:endParaRPr lang="en-US" sz="1600" dirty="0"/>
          </a:p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add a third point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806440" y="6263640"/>
            <a:ext cx="59280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Delivering the Impossible — Mark Stringer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2026-09-23T16:28:40Z</dcterms:created>
  <dcterms:modified xsi:type="dcterms:W3CDTF">2026-09-23T16:28:40Z</dcterms:modified>
</cp:coreProperties>
</file>