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3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349D7D-7910-42C7-84A7-6BE10AFEBF8D}" type="doc">
      <dgm:prSet loTypeId="urn:microsoft.com/office/officeart/2005/8/layout/vList5" loCatId="list" qsTypeId="urn:microsoft.com/office/officeart/2005/8/quickstyle/3d2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629F38B-4C99-476E-AEDC-1720DF59E58A}">
      <dgm:prSet/>
      <dgm:spPr/>
      <dgm:t>
        <a:bodyPr/>
        <a:lstStyle/>
        <a:p>
          <a:pPr rtl="0"/>
          <a:r>
            <a:rPr lang="en-GB" dirty="0" smtClean="0"/>
            <a:t>Session 2: The nitty-gritty</a:t>
          </a:r>
          <a:endParaRPr lang="en-GB" dirty="0"/>
        </a:p>
      </dgm:t>
    </dgm:pt>
    <dgm:pt modelId="{905BE6DD-3DEF-40B7-88A3-953471D4C77E}" type="parTrans" cxnId="{D4BEEB04-484B-4998-9677-5F8CA2DFF920}">
      <dgm:prSet/>
      <dgm:spPr/>
      <dgm:t>
        <a:bodyPr/>
        <a:lstStyle/>
        <a:p>
          <a:endParaRPr lang="en-US"/>
        </a:p>
      </dgm:t>
    </dgm:pt>
    <dgm:pt modelId="{58B9E921-8329-4687-BF58-AFBE20282A17}" type="sibTrans" cxnId="{D4BEEB04-484B-4998-9677-5F8CA2DFF920}">
      <dgm:prSet/>
      <dgm:spPr/>
      <dgm:t>
        <a:bodyPr/>
        <a:lstStyle/>
        <a:p>
          <a:endParaRPr lang="en-US"/>
        </a:p>
      </dgm:t>
    </dgm:pt>
    <dgm:pt modelId="{48925ED3-5A9C-45FD-84F5-49D4A5D09F36}" type="pres">
      <dgm:prSet presAssocID="{38349D7D-7910-42C7-84A7-6BE10AFEBF8D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0CB9DC9-9836-4B1B-B30E-1D2D683E41CE}" type="pres">
      <dgm:prSet presAssocID="{C629F38B-4C99-476E-AEDC-1720DF59E58A}" presName="linNode" presStyleCnt="0"/>
      <dgm:spPr/>
    </dgm:pt>
    <dgm:pt modelId="{A166AB24-5040-4B22-B854-0645CFD6A239}" type="pres">
      <dgm:prSet presAssocID="{C629F38B-4C99-476E-AEDC-1720DF59E58A}" presName="parentText" presStyleLbl="node1" presStyleIdx="0" presStyleCnt="1" custLinFactNeighborX="19844" custLinFactNeighborY="804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77825AD-0E9A-4C12-9907-70D0BEAF1F6F}" type="presOf" srcId="{C629F38B-4C99-476E-AEDC-1720DF59E58A}" destId="{A166AB24-5040-4B22-B854-0645CFD6A239}" srcOrd="0" destOrd="0" presId="urn:microsoft.com/office/officeart/2005/8/layout/vList5"/>
    <dgm:cxn modelId="{D4BEEB04-484B-4998-9677-5F8CA2DFF920}" srcId="{38349D7D-7910-42C7-84A7-6BE10AFEBF8D}" destId="{C629F38B-4C99-476E-AEDC-1720DF59E58A}" srcOrd="0" destOrd="0" parTransId="{905BE6DD-3DEF-40B7-88A3-953471D4C77E}" sibTransId="{58B9E921-8329-4687-BF58-AFBE20282A17}"/>
    <dgm:cxn modelId="{BD148E8C-110C-4197-8332-E25FB5139A68}" type="presOf" srcId="{38349D7D-7910-42C7-84A7-6BE10AFEBF8D}" destId="{48925ED3-5A9C-45FD-84F5-49D4A5D09F36}" srcOrd="0" destOrd="0" presId="urn:microsoft.com/office/officeart/2005/8/layout/vList5"/>
    <dgm:cxn modelId="{AD648363-A486-4421-8033-32EEA5D6E72D}" type="presParOf" srcId="{48925ED3-5A9C-45FD-84F5-49D4A5D09F36}" destId="{F0CB9DC9-9836-4B1B-B30E-1D2D683E41CE}" srcOrd="0" destOrd="0" presId="urn:microsoft.com/office/officeart/2005/8/layout/vList5"/>
    <dgm:cxn modelId="{A665F44B-ABA0-40EE-8156-C61C2DF12FD3}" type="presParOf" srcId="{F0CB9DC9-9836-4B1B-B30E-1D2D683E41CE}" destId="{A166AB24-5040-4B22-B854-0645CFD6A239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C4C27E3-62DE-45F5-A0BD-85F9AC20D7E9}" type="doc">
      <dgm:prSet loTypeId="urn:microsoft.com/office/officeart/2005/8/layout/hProcess9" loCatId="process" qsTypeId="urn:microsoft.com/office/officeart/2005/8/quickstyle/3d4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9B643CE-4D64-4BB3-AB8E-113E3CB7EFD6}">
      <dgm:prSet/>
      <dgm:spPr/>
      <dgm:t>
        <a:bodyPr/>
        <a:lstStyle/>
        <a:p>
          <a:pPr rtl="0"/>
          <a:r>
            <a:rPr lang="en-GB" smtClean="0"/>
            <a:t>The basics</a:t>
          </a:r>
          <a:endParaRPr lang="en-GB"/>
        </a:p>
      </dgm:t>
    </dgm:pt>
    <dgm:pt modelId="{0EABC2BC-9009-44F5-ADC3-EB07EDFCAFE3}" type="parTrans" cxnId="{638C45E2-E7C1-4102-A587-F71F1FBCC2E5}">
      <dgm:prSet/>
      <dgm:spPr/>
      <dgm:t>
        <a:bodyPr/>
        <a:lstStyle/>
        <a:p>
          <a:endParaRPr lang="en-US"/>
        </a:p>
      </dgm:t>
    </dgm:pt>
    <dgm:pt modelId="{53595B14-AAC2-4A6C-8F12-0DFC14196D4D}" type="sibTrans" cxnId="{638C45E2-E7C1-4102-A587-F71F1FBCC2E5}">
      <dgm:prSet/>
      <dgm:spPr/>
      <dgm:t>
        <a:bodyPr/>
        <a:lstStyle/>
        <a:p>
          <a:endParaRPr lang="en-US"/>
        </a:p>
      </dgm:t>
    </dgm:pt>
    <dgm:pt modelId="{CCFB704B-80DE-4275-8995-594451BE6A00}" type="pres">
      <dgm:prSet presAssocID="{9C4C27E3-62DE-45F5-A0BD-85F9AC20D7E9}" presName="CompostProcess" presStyleCnt="0">
        <dgm:presLayoutVars>
          <dgm:dir/>
          <dgm:resizeHandles val="exact"/>
        </dgm:presLayoutVars>
      </dgm:prSet>
      <dgm:spPr/>
    </dgm:pt>
    <dgm:pt modelId="{04EA885D-4453-4AE6-9830-739FB7B61353}" type="pres">
      <dgm:prSet presAssocID="{9C4C27E3-62DE-45F5-A0BD-85F9AC20D7E9}" presName="arrow" presStyleLbl="bgShp" presStyleIdx="0" presStyleCnt="1"/>
      <dgm:spPr/>
    </dgm:pt>
    <dgm:pt modelId="{994CF5A5-2FD2-4D6C-9526-13C31F999286}" type="pres">
      <dgm:prSet presAssocID="{9C4C27E3-62DE-45F5-A0BD-85F9AC20D7E9}" presName="linearProcess" presStyleCnt="0"/>
      <dgm:spPr/>
    </dgm:pt>
    <dgm:pt modelId="{90BD6FD2-16ED-457A-BCD5-D6C53EC8C5B0}" type="pres">
      <dgm:prSet presAssocID="{99B643CE-4D64-4BB3-AB8E-113E3CB7EFD6}" presName="textNode" presStyleLbl="node1" presStyleIdx="0" presStyleCnt="1">
        <dgm:presLayoutVars>
          <dgm:bulletEnabled val="1"/>
        </dgm:presLayoutVars>
      </dgm:prSet>
      <dgm:spPr/>
    </dgm:pt>
  </dgm:ptLst>
  <dgm:cxnLst>
    <dgm:cxn modelId="{B1CBD1A3-9FFC-439F-8EDB-D18783397B77}" type="presOf" srcId="{99B643CE-4D64-4BB3-AB8E-113E3CB7EFD6}" destId="{90BD6FD2-16ED-457A-BCD5-D6C53EC8C5B0}" srcOrd="0" destOrd="0" presId="urn:microsoft.com/office/officeart/2005/8/layout/hProcess9"/>
    <dgm:cxn modelId="{412AF737-3624-47E4-8210-2A13B7AD7323}" type="presOf" srcId="{9C4C27E3-62DE-45F5-A0BD-85F9AC20D7E9}" destId="{CCFB704B-80DE-4275-8995-594451BE6A00}" srcOrd="0" destOrd="0" presId="urn:microsoft.com/office/officeart/2005/8/layout/hProcess9"/>
    <dgm:cxn modelId="{638C45E2-E7C1-4102-A587-F71F1FBCC2E5}" srcId="{9C4C27E3-62DE-45F5-A0BD-85F9AC20D7E9}" destId="{99B643CE-4D64-4BB3-AB8E-113E3CB7EFD6}" srcOrd="0" destOrd="0" parTransId="{0EABC2BC-9009-44F5-ADC3-EB07EDFCAFE3}" sibTransId="{53595B14-AAC2-4A6C-8F12-0DFC14196D4D}"/>
    <dgm:cxn modelId="{AC3D78ED-CA18-449C-9938-31B780183EF6}" type="presParOf" srcId="{CCFB704B-80DE-4275-8995-594451BE6A00}" destId="{04EA885D-4453-4AE6-9830-739FB7B61353}" srcOrd="0" destOrd="0" presId="urn:microsoft.com/office/officeart/2005/8/layout/hProcess9"/>
    <dgm:cxn modelId="{08205E87-3EE6-4E7B-A5DF-C47513F6226A}" type="presParOf" srcId="{CCFB704B-80DE-4275-8995-594451BE6A00}" destId="{994CF5A5-2FD2-4D6C-9526-13C31F999286}" srcOrd="1" destOrd="0" presId="urn:microsoft.com/office/officeart/2005/8/layout/hProcess9"/>
    <dgm:cxn modelId="{2E625ED5-0FE5-4D86-AB3D-894E12915305}" type="presParOf" srcId="{994CF5A5-2FD2-4D6C-9526-13C31F999286}" destId="{90BD6FD2-16ED-457A-BCD5-D6C53EC8C5B0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059528-5F1F-4037-BACB-68E37B60CCA6}" type="doc">
      <dgm:prSet loTypeId="urn:microsoft.com/office/officeart/2005/8/layout/hProcess9" loCatId="process" qsTypeId="urn:microsoft.com/office/officeart/2005/8/quickstyle/3d3" qsCatId="3D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DE04DEC-7985-43C4-B585-F63B5D6C47E5}">
      <dgm:prSet/>
      <dgm:spPr/>
      <dgm:t>
        <a:bodyPr/>
        <a:lstStyle/>
        <a:p>
          <a:pPr rtl="0"/>
          <a:r>
            <a:rPr lang="en-GB" smtClean="0"/>
            <a:t>How long should the proposal be? (Between 10 &amp; 30 pages).</a:t>
          </a:r>
          <a:endParaRPr lang="en-GB"/>
        </a:p>
      </dgm:t>
    </dgm:pt>
    <dgm:pt modelId="{AFCE887F-9228-410D-BED5-842A89F22B5B}" type="parTrans" cxnId="{B3027C3D-FF54-44D0-884D-7473F63B47D2}">
      <dgm:prSet/>
      <dgm:spPr/>
      <dgm:t>
        <a:bodyPr/>
        <a:lstStyle/>
        <a:p>
          <a:endParaRPr lang="en-US"/>
        </a:p>
      </dgm:t>
    </dgm:pt>
    <dgm:pt modelId="{C916A439-50A9-4D36-80CD-FA0BAED669DF}" type="sibTrans" cxnId="{B3027C3D-FF54-44D0-884D-7473F63B47D2}">
      <dgm:prSet/>
      <dgm:spPr/>
      <dgm:t>
        <a:bodyPr/>
        <a:lstStyle/>
        <a:p>
          <a:endParaRPr lang="en-US"/>
        </a:p>
      </dgm:t>
    </dgm:pt>
    <dgm:pt modelId="{007C758B-FD70-4FE5-BD59-D4E9CF12998F}">
      <dgm:prSet/>
      <dgm:spPr/>
      <dgm:t>
        <a:bodyPr/>
        <a:lstStyle/>
        <a:p>
          <a:pPr rtl="0"/>
          <a:r>
            <a:rPr lang="en-GB" smtClean="0"/>
            <a:t>Should I include sample material?</a:t>
          </a:r>
          <a:endParaRPr lang="en-GB"/>
        </a:p>
      </dgm:t>
    </dgm:pt>
    <dgm:pt modelId="{9D5E3006-3701-4CD4-81FA-B96941D402F7}" type="parTrans" cxnId="{2D7F4DCC-D28E-4D08-BD3D-56353A5D3C00}">
      <dgm:prSet/>
      <dgm:spPr/>
      <dgm:t>
        <a:bodyPr/>
        <a:lstStyle/>
        <a:p>
          <a:endParaRPr lang="en-US"/>
        </a:p>
      </dgm:t>
    </dgm:pt>
    <dgm:pt modelId="{BE6042D9-0217-475F-9D50-1CA11C805964}" type="sibTrans" cxnId="{2D7F4DCC-D28E-4D08-BD3D-56353A5D3C00}">
      <dgm:prSet/>
      <dgm:spPr/>
      <dgm:t>
        <a:bodyPr/>
        <a:lstStyle/>
        <a:p>
          <a:endParaRPr lang="en-US"/>
        </a:p>
      </dgm:t>
    </dgm:pt>
    <dgm:pt modelId="{3BE2776F-1125-4669-8C82-655313009D02}">
      <dgm:prSet/>
      <dgm:spPr/>
      <dgm:t>
        <a:bodyPr/>
        <a:lstStyle/>
        <a:p>
          <a:pPr rtl="0"/>
          <a:r>
            <a:rPr lang="en-GB" smtClean="0"/>
            <a:t>Do I need to use the publisher’s form?</a:t>
          </a:r>
          <a:endParaRPr lang="en-GB"/>
        </a:p>
      </dgm:t>
    </dgm:pt>
    <dgm:pt modelId="{1520988F-8F47-4FB8-B776-67AEAC5BC151}" type="parTrans" cxnId="{E493BD99-88FB-44FB-AC15-B93BC4D6813F}">
      <dgm:prSet/>
      <dgm:spPr/>
      <dgm:t>
        <a:bodyPr/>
        <a:lstStyle/>
        <a:p>
          <a:endParaRPr lang="en-US"/>
        </a:p>
      </dgm:t>
    </dgm:pt>
    <dgm:pt modelId="{439BA550-3D1E-45A9-8108-E4AAE8D11065}" type="sibTrans" cxnId="{E493BD99-88FB-44FB-AC15-B93BC4D6813F}">
      <dgm:prSet/>
      <dgm:spPr/>
      <dgm:t>
        <a:bodyPr/>
        <a:lstStyle/>
        <a:p>
          <a:endParaRPr lang="en-US"/>
        </a:p>
      </dgm:t>
    </dgm:pt>
    <dgm:pt modelId="{5CD270F6-7CA9-4B5E-A00F-2388CA25DC1D}">
      <dgm:prSet/>
      <dgm:spPr/>
      <dgm:t>
        <a:bodyPr/>
        <a:lstStyle/>
        <a:p>
          <a:pPr rtl="0"/>
          <a:r>
            <a:rPr lang="en-GB" i="1" smtClean="0"/>
            <a:t>When </a:t>
          </a:r>
          <a:r>
            <a:rPr lang="en-GB" smtClean="0"/>
            <a:t>should I send in a proposal?</a:t>
          </a:r>
          <a:endParaRPr lang="en-GB"/>
        </a:p>
      </dgm:t>
    </dgm:pt>
    <dgm:pt modelId="{FDBB11AE-4A9A-4A49-B2C4-47620FCA1DC3}" type="parTrans" cxnId="{53A234A3-FF68-4B2D-9409-AC2CC721EB4B}">
      <dgm:prSet/>
      <dgm:spPr/>
      <dgm:t>
        <a:bodyPr/>
        <a:lstStyle/>
        <a:p>
          <a:endParaRPr lang="en-US"/>
        </a:p>
      </dgm:t>
    </dgm:pt>
    <dgm:pt modelId="{1D07F9EA-86D9-44AF-94FA-1E47D913C3FF}" type="sibTrans" cxnId="{53A234A3-FF68-4B2D-9409-AC2CC721EB4B}">
      <dgm:prSet/>
      <dgm:spPr/>
      <dgm:t>
        <a:bodyPr/>
        <a:lstStyle/>
        <a:p>
          <a:endParaRPr lang="en-US"/>
        </a:p>
      </dgm:t>
    </dgm:pt>
    <dgm:pt modelId="{092C685D-17F6-4819-AC21-458E81D566EA}" type="pres">
      <dgm:prSet presAssocID="{01059528-5F1F-4037-BACB-68E37B60CCA6}" presName="CompostProcess" presStyleCnt="0">
        <dgm:presLayoutVars>
          <dgm:dir/>
          <dgm:resizeHandles val="exact"/>
        </dgm:presLayoutVars>
      </dgm:prSet>
      <dgm:spPr/>
    </dgm:pt>
    <dgm:pt modelId="{91FA5D9F-0379-4BB0-A8CA-B3ED5966EED6}" type="pres">
      <dgm:prSet presAssocID="{01059528-5F1F-4037-BACB-68E37B60CCA6}" presName="arrow" presStyleLbl="bgShp" presStyleIdx="0" presStyleCnt="1"/>
      <dgm:spPr/>
    </dgm:pt>
    <dgm:pt modelId="{8B788530-F59C-4FCD-B3F9-E99BC76ABB8C}" type="pres">
      <dgm:prSet presAssocID="{01059528-5F1F-4037-BACB-68E37B60CCA6}" presName="linearProcess" presStyleCnt="0"/>
      <dgm:spPr/>
    </dgm:pt>
    <dgm:pt modelId="{41E33CB3-4A82-4188-9557-1609231DDB5A}" type="pres">
      <dgm:prSet presAssocID="{6DE04DEC-7985-43C4-B585-F63B5D6C47E5}" presName="textNode" presStyleLbl="node1" presStyleIdx="0" presStyleCnt="4">
        <dgm:presLayoutVars>
          <dgm:bulletEnabled val="1"/>
        </dgm:presLayoutVars>
      </dgm:prSet>
      <dgm:spPr/>
    </dgm:pt>
    <dgm:pt modelId="{21BD6496-7E51-4173-BD3B-22B3F2E3B459}" type="pres">
      <dgm:prSet presAssocID="{C916A439-50A9-4D36-80CD-FA0BAED669DF}" presName="sibTrans" presStyleCnt="0"/>
      <dgm:spPr/>
    </dgm:pt>
    <dgm:pt modelId="{8DDCD4B4-F859-4A52-9AE3-2F68AB42E077}" type="pres">
      <dgm:prSet presAssocID="{007C758B-FD70-4FE5-BD59-D4E9CF12998F}" presName="textNode" presStyleLbl="node1" presStyleIdx="1" presStyleCnt="4">
        <dgm:presLayoutVars>
          <dgm:bulletEnabled val="1"/>
        </dgm:presLayoutVars>
      </dgm:prSet>
      <dgm:spPr/>
    </dgm:pt>
    <dgm:pt modelId="{99AA6BEA-94ED-4666-94BF-0956397F60E7}" type="pres">
      <dgm:prSet presAssocID="{BE6042D9-0217-475F-9D50-1CA11C805964}" presName="sibTrans" presStyleCnt="0"/>
      <dgm:spPr/>
    </dgm:pt>
    <dgm:pt modelId="{41828565-93FE-4120-9782-31FCA73AFDE3}" type="pres">
      <dgm:prSet presAssocID="{3BE2776F-1125-4669-8C82-655313009D02}" presName="textNode" presStyleLbl="node1" presStyleIdx="2" presStyleCnt="4">
        <dgm:presLayoutVars>
          <dgm:bulletEnabled val="1"/>
        </dgm:presLayoutVars>
      </dgm:prSet>
      <dgm:spPr/>
    </dgm:pt>
    <dgm:pt modelId="{8B2914B2-4FE0-4C24-8AE4-92E4EEB65A06}" type="pres">
      <dgm:prSet presAssocID="{439BA550-3D1E-45A9-8108-E4AAE8D11065}" presName="sibTrans" presStyleCnt="0"/>
      <dgm:spPr/>
    </dgm:pt>
    <dgm:pt modelId="{23250360-D362-4737-BA89-ABA14FA4FBB2}" type="pres">
      <dgm:prSet presAssocID="{5CD270F6-7CA9-4B5E-A00F-2388CA25DC1D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53A234A3-FF68-4B2D-9409-AC2CC721EB4B}" srcId="{01059528-5F1F-4037-BACB-68E37B60CCA6}" destId="{5CD270F6-7CA9-4B5E-A00F-2388CA25DC1D}" srcOrd="3" destOrd="0" parTransId="{FDBB11AE-4A9A-4A49-B2C4-47620FCA1DC3}" sibTransId="{1D07F9EA-86D9-44AF-94FA-1E47D913C3FF}"/>
    <dgm:cxn modelId="{E493BD99-88FB-44FB-AC15-B93BC4D6813F}" srcId="{01059528-5F1F-4037-BACB-68E37B60CCA6}" destId="{3BE2776F-1125-4669-8C82-655313009D02}" srcOrd="2" destOrd="0" parTransId="{1520988F-8F47-4FB8-B776-67AEAC5BC151}" sibTransId="{439BA550-3D1E-45A9-8108-E4AAE8D11065}"/>
    <dgm:cxn modelId="{600428CF-578B-4991-A8CB-460B56023EF2}" type="presOf" srcId="{01059528-5F1F-4037-BACB-68E37B60CCA6}" destId="{092C685D-17F6-4819-AC21-458E81D566EA}" srcOrd="0" destOrd="0" presId="urn:microsoft.com/office/officeart/2005/8/layout/hProcess9"/>
    <dgm:cxn modelId="{E4C475B1-584B-4D7F-B1E2-AF6028A61932}" type="presOf" srcId="{007C758B-FD70-4FE5-BD59-D4E9CF12998F}" destId="{8DDCD4B4-F859-4A52-9AE3-2F68AB42E077}" srcOrd="0" destOrd="0" presId="urn:microsoft.com/office/officeart/2005/8/layout/hProcess9"/>
    <dgm:cxn modelId="{B3027C3D-FF54-44D0-884D-7473F63B47D2}" srcId="{01059528-5F1F-4037-BACB-68E37B60CCA6}" destId="{6DE04DEC-7985-43C4-B585-F63B5D6C47E5}" srcOrd="0" destOrd="0" parTransId="{AFCE887F-9228-410D-BED5-842A89F22B5B}" sibTransId="{C916A439-50A9-4D36-80CD-FA0BAED669DF}"/>
    <dgm:cxn modelId="{2D7F4DCC-D28E-4D08-BD3D-56353A5D3C00}" srcId="{01059528-5F1F-4037-BACB-68E37B60CCA6}" destId="{007C758B-FD70-4FE5-BD59-D4E9CF12998F}" srcOrd="1" destOrd="0" parTransId="{9D5E3006-3701-4CD4-81FA-B96941D402F7}" sibTransId="{BE6042D9-0217-475F-9D50-1CA11C805964}"/>
    <dgm:cxn modelId="{3A5FBA35-6D09-42D2-AB28-C3BDC012B1E2}" type="presOf" srcId="{6DE04DEC-7985-43C4-B585-F63B5D6C47E5}" destId="{41E33CB3-4A82-4188-9557-1609231DDB5A}" srcOrd="0" destOrd="0" presId="urn:microsoft.com/office/officeart/2005/8/layout/hProcess9"/>
    <dgm:cxn modelId="{2366EA74-1EBE-4C18-A258-3EFEC36C39CF}" type="presOf" srcId="{5CD270F6-7CA9-4B5E-A00F-2388CA25DC1D}" destId="{23250360-D362-4737-BA89-ABA14FA4FBB2}" srcOrd="0" destOrd="0" presId="urn:microsoft.com/office/officeart/2005/8/layout/hProcess9"/>
    <dgm:cxn modelId="{01FA40F7-5803-4DB5-AE43-1FF6DADBFD49}" type="presOf" srcId="{3BE2776F-1125-4669-8C82-655313009D02}" destId="{41828565-93FE-4120-9782-31FCA73AFDE3}" srcOrd="0" destOrd="0" presId="urn:microsoft.com/office/officeart/2005/8/layout/hProcess9"/>
    <dgm:cxn modelId="{663EB6CA-6FCF-46BC-B14D-56B0EA03728E}" type="presParOf" srcId="{092C685D-17F6-4819-AC21-458E81D566EA}" destId="{91FA5D9F-0379-4BB0-A8CA-B3ED5966EED6}" srcOrd="0" destOrd="0" presId="urn:microsoft.com/office/officeart/2005/8/layout/hProcess9"/>
    <dgm:cxn modelId="{6B8D5173-54EB-4513-8D1A-1E023F46A974}" type="presParOf" srcId="{092C685D-17F6-4819-AC21-458E81D566EA}" destId="{8B788530-F59C-4FCD-B3F9-E99BC76ABB8C}" srcOrd="1" destOrd="0" presId="urn:microsoft.com/office/officeart/2005/8/layout/hProcess9"/>
    <dgm:cxn modelId="{F1894878-F311-4580-A00A-D41F34AB1445}" type="presParOf" srcId="{8B788530-F59C-4FCD-B3F9-E99BC76ABB8C}" destId="{41E33CB3-4A82-4188-9557-1609231DDB5A}" srcOrd="0" destOrd="0" presId="urn:microsoft.com/office/officeart/2005/8/layout/hProcess9"/>
    <dgm:cxn modelId="{0C9F9A18-8C1E-4710-BF50-A9C7F06CD26D}" type="presParOf" srcId="{8B788530-F59C-4FCD-B3F9-E99BC76ABB8C}" destId="{21BD6496-7E51-4173-BD3B-22B3F2E3B459}" srcOrd="1" destOrd="0" presId="urn:microsoft.com/office/officeart/2005/8/layout/hProcess9"/>
    <dgm:cxn modelId="{C5157728-3664-4AD8-998B-DEA3BD7D7C17}" type="presParOf" srcId="{8B788530-F59C-4FCD-B3F9-E99BC76ABB8C}" destId="{8DDCD4B4-F859-4A52-9AE3-2F68AB42E077}" srcOrd="2" destOrd="0" presId="urn:microsoft.com/office/officeart/2005/8/layout/hProcess9"/>
    <dgm:cxn modelId="{AC82AEB8-354C-4E36-932C-E439EDB74C15}" type="presParOf" srcId="{8B788530-F59C-4FCD-B3F9-E99BC76ABB8C}" destId="{99AA6BEA-94ED-4666-94BF-0956397F60E7}" srcOrd="3" destOrd="0" presId="urn:microsoft.com/office/officeart/2005/8/layout/hProcess9"/>
    <dgm:cxn modelId="{902DDCF6-A498-484C-8D4A-27B9206CAC98}" type="presParOf" srcId="{8B788530-F59C-4FCD-B3F9-E99BC76ABB8C}" destId="{41828565-93FE-4120-9782-31FCA73AFDE3}" srcOrd="4" destOrd="0" presId="urn:microsoft.com/office/officeart/2005/8/layout/hProcess9"/>
    <dgm:cxn modelId="{2EF147BD-92B2-4F9F-BE9C-6E656340B2D6}" type="presParOf" srcId="{8B788530-F59C-4FCD-B3F9-E99BC76ABB8C}" destId="{8B2914B2-4FE0-4C24-8AE4-92E4EEB65A06}" srcOrd="5" destOrd="0" presId="urn:microsoft.com/office/officeart/2005/8/layout/hProcess9"/>
    <dgm:cxn modelId="{44CED6C7-1468-4C49-AA98-57358BFD2127}" type="presParOf" srcId="{8B788530-F59C-4FCD-B3F9-E99BC76ABB8C}" destId="{23250360-D362-4737-BA89-ABA14FA4FBB2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3BB70F-389F-4CCE-95BA-33C3CECC60E8}" type="doc">
      <dgm:prSet loTypeId="urn:microsoft.com/office/officeart/2005/8/layout/vList2" loCatId="list" qsTypeId="urn:microsoft.com/office/officeart/2005/8/quickstyle/3d4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BAA45B5-13E5-4567-906B-76388B0820E9}">
      <dgm:prSet/>
      <dgm:spPr/>
      <dgm:t>
        <a:bodyPr/>
        <a:lstStyle/>
        <a:p>
          <a:pPr rtl="0"/>
          <a:r>
            <a:rPr lang="en-GB" smtClean="0"/>
            <a:t>The substance of the proposal</a:t>
          </a:r>
          <a:endParaRPr lang="en-GB"/>
        </a:p>
      </dgm:t>
    </dgm:pt>
    <dgm:pt modelId="{72CE98D8-7E26-4F43-856C-A170E2F39B51}" type="parTrans" cxnId="{F2B2ACAE-878E-4710-97F6-113CAC41B76C}">
      <dgm:prSet/>
      <dgm:spPr/>
      <dgm:t>
        <a:bodyPr/>
        <a:lstStyle/>
        <a:p>
          <a:endParaRPr lang="en-US"/>
        </a:p>
      </dgm:t>
    </dgm:pt>
    <dgm:pt modelId="{DC9EB6CB-8534-4217-87F8-C2BC83801D2F}" type="sibTrans" cxnId="{F2B2ACAE-878E-4710-97F6-113CAC41B76C}">
      <dgm:prSet/>
      <dgm:spPr/>
      <dgm:t>
        <a:bodyPr/>
        <a:lstStyle/>
        <a:p>
          <a:endParaRPr lang="en-US"/>
        </a:p>
      </dgm:t>
    </dgm:pt>
    <dgm:pt modelId="{FC881F28-FC5D-4611-8267-7BF19CCF992A}" type="pres">
      <dgm:prSet presAssocID="{6C3BB70F-389F-4CCE-95BA-33C3CECC60E8}" presName="linear" presStyleCnt="0">
        <dgm:presLayoutVars>
          <dgm:animLvl val="lvl"/>
          <dgm:resizeHandles val="exact"/>
        </dgm:presLayoutVars>
      </dgm:prSet>
      <dgm:spPr/>
    </dgm:pt>
    <dgm:pt modelId="{2BCD29E4-9EA8-45BD-B6A3-2D6B24538D30}" type="pres">
      <dgm:prSet presAssocID="{7BAA45B5-13E5-4567-906B-76388B0820E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A677385-5C50-457F-A2CE-E3A199F892EC}" type="presOf" srcId="{6C3BB70F-389F-4CCE-95BA-33C3CECC60E8}" destId="{FC881F28-FC5D-4611-8267-7BF19CCF992A}" srcOrd="0" destOrd="0" presId="urn:microsoft.com/office/officeart/2005/8/layout/vList2"/>
    <dgm:cxn modelId="{F2B2ACAE-878E-4710-97F6-113CAC41B76C}" srcId="{6C3BB70F-389F-4CCE-95BA-33C3CECC60E8}" destId="{7BAA45B5-13E5-4567-906B-76388B0820E9}" srcOrd="0" destOrd="0" parTransId="{72CE98D8-7E26-4F43-856C-A170E2F39B51}" sibTransId="{DC9EB6CB-8534-4217-87F8-C2BC83801D2F}"/>
    <dgm:cxn modelId="{0E1BB89A-EB93-4EB6-821F-8747EEC058AD}" type="presOf" srcId="{7BAA45B5-13E5-4567-906B-76388B0820E9}" destId="{2BCD29E4-9EA8-45BD-B6A3-2D6B24538D30}" srcOrd="0" destOrd="0" presId="urn:microsoft.com/office/officeart/2005/8/layout/vList2"/>
    <dgm:cxn modelId="{EC47F46E-A38C-47C2-979F-D85C3964C74C}" type="presParOf" srcId="{FC881F28-FC5D-4611-8267-7BF19CCF992A}" destId="{2BCD29E4-9EA8-45BD-B6A3-2D6B24538D3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207CB00-0C55-4FC8-8D3E-8F6E0D24EE73}" type="doc">
      <dgm:prSet loTypeId="urn:microsoft.com/office/officeart/2005/8/layout/vList2" loCatId="list" qsTypeId="urn:microsoft.com/office/officeart/2005/8/quickstyle/3d3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25C1EEED-9102-46D3-87E3-B8BC077CB0D1}">
      <dgm:prSet/>
      <dgm:spPr/>
      <dgm:t>
        <a:bodyPr/>
        <a:lstStyle/>
        <a:p>
          <a:pPr rtl="0"/>
          <a:r>
            <a:rPr lang="en-GB" dirty="0" smtClean="0"/>
            <a:t>1.	Title and subtitle. Key differences between academic and trade books.</a:t>
          </a:r>
          <a:endParaRPr lang="en-GB" dirty="0"/>
        </a:p>
      </dgm:t>
    </dgm:pt>
    <dgm:pt modelId="{B196CAAF-6C0A-48D4-8ECA-F93E0577151A}" type="parTrans" cxnId="{901AE77D-2FD9-4641-AF99-4323210247F0}">
      <dgm:prSet/>
      <dgm:spPr/>
      <dgm:t>
        <a:bodyPr/>
        <a:lstStyle/>
        <a:p>
          <a:endParaRPr lang="en-US"/>
        </a:p>
      </dgm:t>
    </dgm:pt>
    <dgm:pt modelId="{FF808A30-35EE-4774-A3A4-786B59A0383C}" type="sibTrans" cxnId="{901AE77D-2FD9-4641-AF99-4323210247F0}">
      <dgm:prSet/>
      <dgm:spPr/>
      <dgm:t>
        <a:bodyPr/>
        <a:lstStyle/>
        <a:p>
          <a:endParaRPr lang="en-US"/>
        </a:p>
      </dgm:t>
    </dgm:pt>
    <dgm:pt modelId="{380D2EB4-CDD0-4F8F-AF10-1E3C99B6EA69}">
      <dgm:prSet/>
      <dgm:spPr/>
      <dgm:t>
        <a:bodyPr/>
        <a:lstStyle/>
        <a:p>
          <a:pPr rtl="0"/>
          <a:r>
            <a:rPr lang="en-GB" smtClean="0"/>
            <a:t>2.	Brief description of project’s scope and content. Include key selling points – and your Why This, (Why Me), Why Now statement.</a:t>
          </a:r>
          <a:endParaRPr lang="en-GB"/>
        </a:p>
      </dgm:t>
    </dgm:pt>
    <dgm:pt modelId="{1A271A51-902E-45FD-8773-57CA8C7AE080}" type="parTrans" cxnId="{4186507F-4CED-4527-8FA5-BF69D310F552}">
      <dgm:prSet/>
      <dgm:spPr/>
      <dgm:t>
        <a:bodyPr/>
        <a:lstStyle/>
        <a:p>
          <a:endParaRPr lang="en-US"/>
        </a:p>
      </dgm:t>
    </dgm:pt>
    <dgm:pt modelId="{CA1BE446-5F37-42F2-B0D5-98128FB8C5F3}" type="sibTrans" cxnId="{4186507F-4CED-4527-8FA5-BF69D310F552}">
      <dgm:prSet/>
      <dgm:spPr/>
      <dgm:t>
        <a:bodyPr/>
        <a:lstStyle/>
        <a:p>
          <a:endParaRPr lang="en-US"/>
        </a:p>
      </dgm:t>
    </dgm:pt>
    <dgm:pt modelId="{B8C7A21B-9676-4DAB-8277-FB80C085990D}">
      <dgm:prSet/>
      <dgm:spPr/>
      <dgm:t>
        <a:bodyPr/>
        <a:lstStyle/>
        <a:p>
          <a:pPr rtl="0"/>
          <a:r>
            <a:rPr lang="en-GB" smtClean="0"/>
            <a:t>3.	Proposed content. Chapter by chapter synopsis (probably). Try to limit yourself to one paragraph per chapter (for an academic proposal); keep paragraphs of roughly equal length.</a:t>
          </a:r>
          <a:endParaRPr lang="en-GB"/>
        </a:p>
      </dgm:t>
    </dgm:pt>
    <dgm:pt modelId="{24C6330F-BDFB-4E93-8E18-49596891DCB9}" type="parTrans" cxnId="{1F0A9514-18C7-4CF4-9063-C4D73B793A65}">
      <dgm:prSet/>
      <dgm:spPr/>
      <dgm:t>
        <a:bodyPr/>
        <a:lstStyle/>
        <a:p>
          <a:endParaRPr lang="en-US"/>
        </a:p>
      </dgm:t>
    </dgm:pt>
    <dgm:pt modelId="{779D4EB6-2E10-4DAE-BC16-81C1042A49A7}" type="sibTrans" cxnId="{1F0A9514-18C7-4CF4-9063-C4D73B793A65}">
      <dgm:prSet/>
      <dgm:spPr/>
      <dgm:t>
        <a:bodyPr/>
        <a:lstStyle/>
        <a:p>
          <a:endParaRPr lang="en-US"/>
        </a:p>
      </dgm:t>
    </dgm:pt>
    <dgm:pt modelId="{F2B4FEC4-6874-4120-B980-93BA6D7B8E4F}" type="pres">
      <dgm:prSet presAssocID="{0207CB00-0C55-4FC8-8D3E-8F6E0D24EE73}" presName="linear" presStyleCnt="0">
        <dgm:presLayoutVars>
          <dgm:animLvl val="lvl"/>
          <dgm:resizeHandles val="exact"/>
        </dgm:presLayoutVars>
      </dgm:prSet>
      <dgm:spPr/>
    </dgm:pt>
    <dgm:pt modelId="{5AB17AB6-1C0B-4DB2-B98D-5F3665DBAFD4}" type="pres">
      <dgm:prSet presAssocID="{25C1EEED-9102-46D3-87E3-B8BC077CB0D1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32D76FD-63EB-493B-AB94-AAEF3C6A9878}" type="pres">
      <dgm:prSet presAssocID="{FF808A30-35EE-4774-A3A4-786B59A0383C}" presName="spacer" presStyleCnt="0"/>
      <dgm:spPr/>
    </dgm:pt>
    <dgm:pt modelId="{00AE6A8B-BED0-4952-B0B8-643DB4A07553}" type="pres">
      <dgm:prSet presAssocID="{380D2EB4-CDD0-4F8F-AF10-1E3C99B6EA6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8F1052B-1D2A-4EB2-964A-EA0D3F67CA02}" type="pres">
      <dgm:prSet presAssocID="{CA1BE446-5F37-42F2-B0D5-98128FB8C5F3}" presName="spacer" presStyleCnt="0"/>
      <dgm:spPr/>
    </dgm:pt>
    <dgm:pt modelId="{CDED37D7-D84F-4E29-A638-DC0F9E55C843}" type="pres">
      <dgm:prSet presAssocID="{B8C7A21B-9676-4DAB-8277-FB80C085990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0986025-20CB-4161-A603-71C387E7AD73}" type="presOf" srcId="{380D2EB4-CDD0-4F8F-AF10-1E3C99B6EA69}" destId="{00AE6A8B-BED0-4952-B0B8-643DB4A07553}" srcOrd="0" destOrd="0" presId="urn:microsoft.com/office/officeart/2005/8/layout/vList2"/>
    <dgm:cxn modelId="{D4FAC3AF-937B-44C0-B2C7-8A9E8339E922}" type="presOf" srcId="{B8C7A21B-9676-4DAB-8277-FB80C085990D}" destId="{CDED37D7-D84F-4E29-A638-DC0F9E55C843}" srcOrd="0" destOrd="0" presId="urn:microsoft.com/office/officeart/2005/8/layout/vList2"/>
    <dgm:cxn modelId="{1F0A9514-18C7-4CF4-9063-C4D73B793A65}" srcId="{0207CB00-0C55-4FC8-8D3E-8F6E0D24EE73}" destId="{B8C7A21B-9676-4DAB-8277-FB80C085990D}" srcOrd="2" destOrd="0" parTransId="{24C6330F-BDFB-4E93-8E18-49596891DCB9}" sibTransId="{779D4EB6-2E10-4DAE-BC16-81C1042A49A7}"/>
    <dgm:cxn modelId="{4186507F-4CED-4527-8FA5-BF69D310F552}" srcId="{0207CB00-0C55-4FC8-8D3E-8F6E0D24EE73}" destId="{380D2EB4-CDD0-4F8F-AF10-1E3C99B6EA69}" srcOrd="1" destOrd="0" parTransId="{1A271A51-902E-45FD-8773-57CA8C7AE080}" sibTransId="{CA1BE446-5F37-42F2-B0D5-98128FB8C5F3}"/>
    <dgm:cxn modelId="{C62D8312-3E4A-4BAF-95B7-941B3D64EB23}" type="presOf" srcId="{25C1EEED-9102-46D3-87E3-B8BC077CB0D1}" destId="{5AB17AB6-1C0B-4DB2-B98D-5F3665DBAFD4}" srcOrd="0" destOrd="0" presId="urn:microsoft.com/office/officeart/2005/8/layout/vList2"/>
    <dgm:cxn modelId="{ADACF68D-E436-4EC0-BAAA-E6FF2A576926}" type="presOf" srcId="{0207CB00-0C55-4FC8-8D3E-8F6E0D24EE73}" destId="{F2B4FEC4-6874-4120-B980-93BA6D7B8E4F}" srcOrd="0" destOrd="0" presId="urn:microsoft.com/office/officeart/2005/8/layout/vList2"/>
    <dgm:cxn modelId="{901AE77D-2FD9-4641-AF99-4323210247F0}" srcId="{0207CB00-0C55-4FC8-8D3E-8F6E0D24EE73}" destId="{25C1EEED-9102-46D3-87E3-B8BC077CB0D1}" srcOrd="0" destOrd="0" parTransId="{B196CAAF-6C0A-48D4-8ECA-F93E0577151A}" sibTransId="{FF808A30-35EE-4774-A3A4-786B59A0383C}"/>
    <dgm:cxn modelId="{A1408239-A15A-4645-B405-838D41819746}" type="presParOf" srcId="{F2B4FEC4-6874-4120-B980-93BA6D7B8E4F}" destId="{5AB17AB6-1C0B-4DB2-B98D-5F3665DBAFD4}" srcOrd="0" destOrd="0" presId="urn:microsoft.com/office/officeart/2005/8/layout/vList2"/>
    <dgm:cxn modelId="{B17A7F35-D508-47F6-A91E-455DE65EF0B8}" type="presParOf" srcId="{F2B4FEC4-6874-4120-B980-93BA6D7B8E4F}" destId="{732D76FD-63EB-493B-AB94-AAEF3C6A9878}" srcOrd="1" destOrd="0" presId="urn:microsoft.com/office/officeart/2005/8/layout/vList2"/>
    <dgm:cxn modelId="{BD952C12-C199-4CDB-9074-4127987AA3DE}" type="presParOf" srcId="{F2B4FEC4-6874-4120-B980-93BA6D7B8E4F}" destId="{00AE6A8B-BED0-4952-B0B8-643DB4A07553}" srcOrd="2" destOrd="0" presId="urn:microsoft.com/office/officeart/2005/8/layout/vList2"/>
    <dgm:cxn modelId="{25421A70-9CBD-41B9-8782-8881AC6265C3}" type="presParOf" srcId="{F2B4FEC4-6874-4120-B980-93BA6D7B8E4F}" destId="{48F1052B-1D2A-4EB2-964A-EA0D3F67CA02}" srcOrd="3" destOrd="0" presId="urn:microsoft.com/office/officeart/2005/8/layout/vList2"/>
    <dgm:cxn modelId="{CE1C84DB-F484-497C-AC10-A6E4588F9264}" type="presParOf" srcId="{F2B4FEC4-6874-4120-B980-93BA6D7B8E4F}" destId="{CDED37D7-D84F-4E29-A638-DC0F9E55C84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CC5B12F-B1A3-4F44-8772-6260F085E285}" type="doc">
      <dgm:prSet loTypeId="urn:microsoft.com/office/officeart/2005/8/layout/vList3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82C2A0E-2B9F-48A8-93F1-04A457D2A122}">
      <dgm:prSet/>
      <dgm:spPr/>
      <dgm:t>
        <a:bodyPr/>
        <a:lstStyle/>
        <a:p>
          <a:pPr rtl="0"/>
          <a:r>
            <a:rPr lang="en-GB" smtClean="0"/>
            <a:t>Language and tone</a:t>
          </a:r>
          <a:endParaRPr lang="en-GB"/>
        </a:p>
      </dgm:t>
    </dgm:pt>
    <dgm:pt modelId="{D6DD7BE4-6664-4D1E-83E2-2D852D231B95}" type="parTrans" cxnId="{EA3A10E6-9F98-4DC6-9BCC-C8D4B22BAE86}">
      <dgm:prSet/>
      <dgm:spPr/>
      <dgm:t>
        <a:bodyPr/>
        <a:lstStyle/>
        <a:p>
          <a:endParaRPr lang="en-US"/>
        </a:p>
      </dgm:t>
    </dgm:pt>
    <dgm:pt modelId="{EABC0EA9-5FC8-4D74-9D80-66D35BAFDBF0}" type="sibTrans" cxnId="{EA3A10E6-9F98-4DC6-9BCC-C8D4B22BAE86}">
      <dgm:prSet/>
      <dgm:spPr/>
      <dgm:t>
        <a:bodyPr/>
        <a:lstStyle/>
        <a:p>
          <a:endParaRPr lang="en-US"/>
        </a:p>
      </dgm:t>
    </dgm:pt>
    <dgm:pt modelId="{BA6DF89D-8A02-4A79-B588-5397CC3EEA83}" type="pres">
      <dgm:prSet presAssocID="{ECC5B12F-B1A3-4F44-8772-6260F085E285}" presName="linearFlow" presStyleCnt="0">
        <dgm:presLayoutVars>
          <dgm:dir/>
          <dgm:resizeHandles val="exact"/>
        </dgm:presLayoutVars>
      </dgm:prSet>
      <dgm:spPr/>
    </dgm:pt>
    <dgm:pt modelId="{925CDEFF-A14B-4230-902F-DDA98939F49F}" type="pres">
      <dgm:prSet presAssocID="{F82C2A0E-2B9F-48A8-93F1-04A457D2A122}" presName="composite" presStyleCnt="0"/>
      <dgm:spPr/>
    </dgm:pt>
    <dgm:pt modelId="{72857858-F584-47CE-9961-F3A2FFC49676}" type="pres">
      <dgm:prSet presAssocID="{F82C2A0E-2B9F-48A8-93F1-04A457D2A122}" presName="imgShp" presStyleLbl="fgImgPlace1" presStyleIdx="0" presStyleCnt="1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096D8F8E-4A3E-4F9C-872F-B9B8EF290536}" type="pres">
      <dgm:prSet presAssocID="{F82C2A0E-2B9F-48A8-93F1-04A457D2A122}" presName="txShp" presStyleLbl="node1" presStyleIdx="0" presStyleCnt="1">
        <dgm:presLayoutVars>
          <dgm:bulletEnabled val="1"/>
        </dgm:presLayoutVars>
      </dgm:prSet>
      <dgm:spPr/>
    </dgm:pt>
  </dgm:ptLst>
  <dgm:cxnLst>
    <dgm:cxn modelId="{EA3A10E6-9F98-4DC6-9BCC-C8D4B22BAE86}" srcId="{ECC5B12F-B1A3-4F44-8772-6260F085E285}" destId="{F82C2A0E-2B9F-48A8-93F1-04A457D2A122}" srcOrd="0" destOrd="0" parTransId="{D6DD7BE4-6664-4D1E-83E2-2D852D231B95}" sibTransId="{EABC0EA9-5FC8-4D74-9D80-66D35BAFDBF0}"/>
    <dgm:cxn modelId="{8244622C-7639-4D90-95D6-3DC5809859B5}" type="presOf" srcId="{ECC5B12F-B1A3-4F44-8772-6260F085E285}" destId="{BA6DF89D-8A02-4A79-B588-5397CC3EEA83}" srcOrd="0" destOrd="0" presId="urn:microsoft.com/office/officeart/2005/8/layout/vList3"/>
    <dgm:cxn modelId="{631E73B7-D5C1-4036-8623-1994C659C293}" type="presOf" srcId="{F82C2A0E-2B9F-48A8-93F1-04A457D2A122}" destId="{096D8F8E-4A3E-4F9C-872F-B9B8EF290536}" srcOrd="0" destOrd="0" presId="urn:microsoft.com/office/officeart/2005/8/layout/vList3"/>
    <dgm:cxn modelId="{8F26FDFE-58D0-4689-9D41-8C9BBA546310}" type="presParOf" srcId="{BA6DF89D-8A02-4A79-B588-5397CC3EEA83}" destId="{925CDEFF-A14B-4230-902F-DDA98939F49F}" srcOrd="0" destOrd="0" presId="urn:microsoft.com/office/officeart/2005/8/layout/vList3"/>
    <dgm:cxn modelId="{10570648-38D5-4DD5-9DB1-F2AE2C783859}" type="presParOf" srcId="{925CDEFF-A14B-4230-902F-DDA98939F49F}" destId="{72857858-F584-47CE-9961-F3A2FFC49676}" srcOrd="0" destOrd="0" presId="urn:microsoft.com/office/officeart/2005/8/layout/vList3"/>
    <dgm:cxn modelId="{8E45A7E2-2271-4A96-BD4C-616CAFF108E2}" type="presParOf" srcId="{925CDEFF-A14B-4230-902F-DDA98939F49F}" destId="{096D8F8E-4A3E-4F9C-872F-B9B8EF29053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E5F9AF1-1F13-4DB0-91EB-C6852CEB94FF}" type="doc">
      <dgm:prSet loTypeId="urn:microsoft.com/office/officeart/2005/8/layout/hList6" loCatId="list" qsTypeId="urn:microsoft.com/office/officeart/2005/8/quickstyle/3d3" qsCatId="3D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EAFF5325-4AA2-4F1D-B87D-631C87DF1B90}">
      <dgm:prSet/>
      <dgm:spPr/>
      <dgm:t>
        <a:bodyPr/>
        <a:lstStyle/>
        <a:p>
          <a:pPr rtl="0"/>
          <a:r>
            <a:rPr lang="en-GB" smtClean="0"/>
            <a:t>Be as positive and dynamic as possible while avoiding hyperbole.</a:t>
          </a:r>
          <a:endParaRPr lang="en-GB"/>
        </a:p>
      </dgm:t>
    </dgm:pt>
    <dgm:pt modelId="{042ADD40-97DE-4380-ABA0-2D7EDDFE3FA3}" type="parTrans" cxnId="{EC0CFE56-5E40-46DC-831E-60939BD72445}">
      <dgm:prSet/>
      <dgm:spPr/>
      <dgm:t>
        <a:bodyPr/>
        <a:lstStyle/>
        <a:p>
          <a:endParaRPr lang="en-US"/>
        </a:p>
      </dgm:t>
    </dgm:pt>
    <dgm:pt modelId="{D914E385-93AE-44F7-A89B-012F6A1F0ACB}" type="sibTrans" cxnId="{EC0CFE56-5E40-46DC-831E-60939BD72445}">
      <dgm:prSet/>
      <dgm:spPr/>
      <dgm:t>
        <a:bodyPr/>
        <a:lstStyle/>
        <a:p>
          <a:endParaRPr lang="en-US"/>
        </a:p>
      </dgm:t>
    </dgm:pt>
    <dgm:pt modelId="{A9002F8D-0FD1-474F-9CCA-F9EB06235261}">
      <dgm:prSet/>
      <dgm:spPr/>
      <dgm:t>
        <a:bodyPr/>
        <a:lstStyle/>
        <a:p>
          <a:pPr rtl="0"/>
          <a:r>
            <a:rPr lang="en-GB" smtClean="0"/>
            <a:t>Useful words: “key”, “vital”, “novel”, “compelling”, “challenges X”, “groundbreaking”, “powerful”, “revelatory” (and for trade books), “gripping narrative”, “fast-paced”, “rich in anecdote”, “dramatic human story”.</a:t>
          </a:r>
          <a:endParaRPr lang="en-GB"/>
        </a:p>
      </dgm:t>
    </dgm:pt>
    <dgm:pt modelId="{A825665B-65B0-417A-96B8-1E60F61ED144}" type="parTrans" cxnId="{C55BD980-0F15-4A91-B336-1851155A21B7}">
      <dgm:prSet/>
      <dgm:spPr/>
      <dgm:t>
        <a:bodyPr/>
        <a:lstStyle/>
        <a:p>
          <a:endParaRPr lang="en-US"/>
        </a:p>
      </dgm:t>
    </dgm:pt>
    <dgm:pt modelId="{3298E3BF-E04C-4B4C-9B59-DA74F6FC29D8}" type="sibTrans" cxnId="{C55BD980-0F15-4A91-B336-1851155A21B7}">
      <dgm:prSet/>
      <dgm:spPr/>
      <dgm:t>
        <a:bodyPr/>
        <a:lstStyle/>
        <a:p>
          <a:endParaRPr lang="en-US"/>
        </a:p>
      </dgm:t>
    </dgm:pt>
    <dgm:pt modelId="{CBE7BAAD-78F4-4BDE-8234-AC9861192250}">
      <dgm:prSet/>
      <dgm:spPr/>
      <dgm:t>
        <a:bodyPr/>
        <a:lstStyle/>
        <a:p>
          <a:pPr rtl="0"/>
          <a:r>
            <a:rPr lang="en-GB" smtClean="0"/>
            <a:t>Use the proposal to give the reader a sense of what it would be like to read the book.</a:t>
          </a:r>
          <a:endParaRPr lang="en-GB"/>
        </a:p>
      </dgm:t>
    </dgm:pt>
    <dgm:pt modelId="{C13AE0A8-AB23-49CC-8896-E765443F3C14}" type="parTrans" cxnId="{C10038C9-3EF4-4B15-BEAB-4F56D5CDFBE6}">
      <dgm:prSet/>
      <dgm:spPr/>
      <dgm:t>
        <a:bodyPr/>
        <a:lstStyle/>
        <a:p>
          <a:endParaRPr lang="en-US"/>
        </a:p>
      </dgm:t>
    </dgm:pt>
    <dgm:pt modelId="{F7E18C1A-BD2C-4E12-AC99-34D240664262}" type="sibTrans" cxnId="{C10038C9-3EF4-4B15-BEAB-4F56D5CDFBE6}">
      <dgm:prSet/>
      <dgm:spPr/>
      <dgm:t>
        <a:bodyPr/>
        <a:lstStyle/>
        <a:p>
          <a:endParaRPr lang="en-US"/>
        </a:p>
      </dgm:t>
    </dgm:pt>
    <dgm:pt modelId="{BED2F3E6-D19F-4BFB-8026-5036A5D3DD1B}" type="pres">
      <dgm:prSet presAssocID="{8E5F9AF1-1F13-4DB0-91EB-C6852CEB94FF}" presName="Name0" presStyleCnt="0">
        <dgm:presLayoutVars>
          <dgm:dir/>
          <dgm:resizeHandles val="exact"/>
        </dgm:presLayoutVars>
      </dgm:prSet>
      <dgm:spPr/>
    </dgm:pt>
    <dgm:pt modelId="{308FD7D6-C5E4-4DAD-87F8-68B69EB40C7B}" type="pres">
      <dgm:prSet presAssocID="{EAFF5325-4AA2-4F1D-B87D-631C87DF1B90}" presName="node" presStyleLbl="node1" presStyleIdx="0" presStyleCnt="3">
        <dgm:presLayoutVars>
          <dgm:bulletEnabled val="1"/>
        </dgm:presLayoutVars>
      </dgm:prSet>
      <dgm:spPr/>
    </dgm:pt>
    <dgm:pt modelId="{84991ADF-A7E8-46A2-BBA0-10A516523AAD}" type="pres">
      <dgm:prSet presAssocID="{D914E385-93AE-44F7-A89B-012F6A1F0ACB}" presName="sibTrans" presStyleCnt="0"/>
      <dgm:spPr/>
    </dgm:pt>
    <dgm:pt modelId="{B2A7F943-5AF0-4CE8-9D0D-EB267097DF8E}" type="pres">
      <dgm:prSet presAssocID="{A9002F8D-0FD1-474F-9CCA-F9EB06235261}" presName="node" presStyleLbl="node1" presStyleIdx="1" presStyleCnt="3">
        <dgm:presLayoutVars>
          <dgm:bulletEnabled val="1"/>
        </dgm:presLayoutVars>
      </dgm:prSet>
      <dgm:spPr/>
    </dgm:pt>
    <dgm:pt modelId="{DFF23109-941D-40C0-8FBB-CAD012892B13}" type="pres">
      <dgm:prSet presAssocID="{3298E3BF-E04C-4B4C-9B59-DA74F6FC29D8}" presName="sibTrans" presStyleCnt="0"/>
      <dgm:spPr/>
    </dgm:pt>
    <dgm:pt modelId="{49628490-0554-46A3-8D8D-52F68ADD747B}" type="pres">
      <dgm:prSet presAssocID="{CBE7BAAD-78F4-4BDE-8234-AC9861192250}" presName="node" presStyleLbl="node1" presStyleIdx="2" presStyleCnt="3">
        <dgm:presLayoutVars>
          <dgm:bulletEnabled val="1"/>
        </dgm:presLayoutVars>
      </dgm:prSet>
      <dgm:spPr/>
    </dgm:pt>
  </dgm:ptLst>
  <dgm:cxnLst>
    <dgm:cxn modelId="{DE880171-A5D1-4354-AA24-042C7EAA151C}" type="presOf" srcId="{A9002F8D-0FD1-474F-9CCA-F9EB06235261}" destId="{B2A7F943-5AF0-4CE8-9D0D-EB267097DF8E}" srcOrd="0" destOrd="0" presId="urn:microsoft.com/office/officeart/2005/8/layout/hList6"/>
    <dgm:cxn modelId="{65E6C6B8-62AD-4C07-AF22-F0131BBB7188}" type="presOf" srcId="{CBE7BAAD-78F4-4BDE-8234-AC9861192250}" destId="{49628490-0554-46A3-8D8D-52F68ADD747B}" srcOrd="0" destOrd="0" presId="urn:microsoft.com/office/officeart/2005/8/layout/hList6"/>
    <dgm:cxn modelId="{EC0CFE56-5E40-46DC-831E-60939BD72445}" srcId="{8E5F9AF1-1F13-4DB0-91EB-C6852CEB94FF}" destId="{EAFF5325-4AA2-4F1D-B87D-631C87DF1B90}" srcOrd="0" destOrd="0" parTransId="{042ADD40-97DE-4380-ABA0-2D7EDDFE3FA3}" sibTransId="{D914E385-93AE-44F7-A89B-012F6A1F0ACB}"/>
    <dgm:cxn modelId="{C55BD980-0F15-4A91-B336-1851155A21B7}" srcId="{8E5F9AF1-1F13-4DB0-91EB-C6852CEB94FF}" destId="{A9002F8D-0FD1-474F-9CCA-F9EB06235261}" srcOrd="1" destOrd="0" parTransId="{A825665B-65B0-417A-96B8-1E60F61ED144}" sibTransId="{3298E3BF-E04C-4B4C-9B59-DA74F6FC29D8}"/>
    <dgm:cxn modelId="{C10038C9-3EF4-4B15-BEAB-4F56D5CDFBE6}" srcId="{8E5F9AF1-1F13-4DB0-91EB-C6852CEB94FF}" destId="{CBE7BAAD-78F4-4BDE-8234-AC9861192250}" srcOrd="2" destOrd="0" parTransId="{C13AE0A8-AB23-49CC-8896-E765443F3C14}" sibTransId="{F7E18C1A-BD2C-4E12-AC99-34D240664262}"/>
    <dgm:cxn modelId="{9B1483AA-902D-4FC0-92E2-A50101829194}" type="presOf" srcId="{EAFF5325-4AA2-4F1D-B87D-631C87DF1B90}" destId="{308FD7D6-C5E4-4DAD-87F8-68B69EB40C7B}" srcOrd="0" destOrd="0" presId="urn:microsoft.com/office/officeart/2005/8/layout/hList6"/>
    <dgm:cxn modelId="{FDA0D53A-2236-4E89-8E16-D32B915412A0}" type="presOf" srcId="{8E5F9AF1-1F13-4DB0-91EB-C6852CEB94FF}" destId="{BED2F3E6-D19F-4BFB-8026-5036A5D3DD1B}" srcOrd="0" destOrd="0" presId="urn:microsoft.com/office/officeart/2005/8/layout/hList6"/>
    <dgm:cxn modelId="{92C85DCB-EF28-4BAD-93EC-59DEA606E43A}" type="presParOf" srcId="{BED2F3E6-D19F-4BFB-8026-5036A5D3DD1B}" destId="{308FD7D6-C5E4-4DAD-87F8-68B69EB40C7B}" srcOrd="0" destOrd="0" presId="urn:microsoft.com/office/officeart/2005/8/layout/hList6"/>
    <dgm:cxn modelId="{2BA1CD42-8086-43AA-93B9-2E7DAA9C5F53}" type="presParOf" srcId="{BED2F3E6-D19F-4BFB-8026-5036A5D3DD1B}" destId="{84991ADF-A7E8-46A2-BBA0-10A516523AAD}" srcOrd="1" destOrd="0" presId="urn:microsoft.com/office/officeart/2005/8/layout/hList6"/>
    <dgm:cxn modelId="{9E790028-72BF-4EFF-AC0C-BCBB009F460B}" type="presParOf" srcId="{BED2F3E6-D19F-4BFB-8026-5036A5D3DD1B}" destId="{B2A7F943-5AF0-4CE8-9D0D-EB267097DF8E}" srcOrd="2" destOrd="0" presId="urn:microsoft.com/office/officeart/2005/8/layout/hList6"/>
    <dgm:cxn modelId="{563D1681-0526-4FC1-A110-BD7953EF19DE}" type="presParOf" srcId="{BED2F3E6-D19F-4BFB-8026-5036A5D3DD1B}" destId="{DFF23109-941D-40C0-8FBB-CAD012892B13}" srcOrd="3" destOrd="0" presId="urn:microsoft.com/office/officeart/2005/8/layout/hList6"/>
    <dgm:cxn modelId="{B0349D2B-32E5-46F9-832C-2752C77864C7}" type="presParOf" srcId="{BED2F3E6-D19F-4BFB-8026-5036A5D3DD1B}" destId="{49628490-0554-46A3-8D8D-52F68ADD747B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F9E8581-BED9-412E-A3D6-6773A7D69B87}" type="doc">
      <dgm:prSet loTypeId="urn:microsoft.com/office/officeart/2005/8/layout/target3" loCatId="relationship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4BEA81E-57A3-4EA2-ADC9-87ED95CDF315}">
      <dgm:prSet/>
      <dgm:spPr/>
      <dgm:t>
        <a:bodyPr/>
        <a:lstStyle/>
        <a:p>
          <a:pPr rtl="0"/>
          <a:r>
            <a:rPr lang="en-GB" smtClean="0"/>
            <a:t>Deploy evidence of interest in the topic</a:t>
          </a:r>
          <a:endParaRPr lang="en-GB"/>
        </a:p>
      </dgm:t>
    </dgm:pt>
    <dgm:pt modelId="{69F87AB0-0FD4-4958-BBFC-A1E615E12E10}" type="parTrans" cxnId="{846F9B17-A40C-4467-8367-7BFF5693C16E}">
      <dgm:prSet/>
      <dgm:spPr/>
      <dgm:t>
        <a:bodyPr/>
        <a:lstStyle/>
        <a:p>
          <a:endParaRPr lang="en-US"/>
        </a:p>
      </dgm:t>
    </dgm:pt>
    <dgm:pt modelId="{65D27C9A-4F79-4A32-A67A-E5489FBB39A1}" type="sibTrans" cxnId="{846F9B17-A40C-4467-8367-7BFF5693C16E}">
      <dgm:prSet/>
      <dgm:spPr/>
      <dgm:t>
        <a:bodyPr/>
        <a:lstStyle/>
        <a:p>
          <a:endParaRPr lang="en-US"/>
        </a:p>
      </dgm:t>
    </dgm:pt>
    <dgm:pt modelId="{8CE1218F-020F-42AE-B845-525B62662DA0}">
      <dgm:prSet/>
      <dgm:spPr/>
      <dgm:t>
        <a:bodyPr/>
        <a:lstStyle/>
        <a:p>
          <a:pPr rtl="0"/>
          <a:r>
            <a:rPr lang="en-GB" smtClean="0"/>
            <a:t>Main audience for the work – academics, students, practitioners, general readers?</a:t>
          </a:r>
          <a:endParaRPr lang="en-GB"/>
        </a:p>
      </dgm:t>
    </dgm:pt>
    <dgm:pt modelId="{F8FA0618-2383-406D-9E19-07F3FAE6042A}" type="parTrans" cxnId="{7751955A-E5E2-43F8-8A5D-FC64B1B8366F}">
      <dgm:prSet/>
      <dgm:spPr/>
      <dgm:t>
        <a:bodyPr/>
        <a:lstStyle/>
        <a:p>
          <a:endParaRPr lang="en-US"/>
        </a:p>
      </dgm:t>
    </dgm:pt>
    <dgm:pt modelId="{CBAA92F7-5105-4040-81F7-D1BF30E09347}" type="sibTrans" cxnId="{7751955A-E5E2-43F8-8A5D-FC64B1B8366F}">
      <dgm:prSet/>
      <dgm:spPr/>
      <dgm:t>
        <a:bodyPr/>
        <a:lstStyle/>
        <a:p>
          <a:endParaRPr lang="en-US"/>
        </a:p>
      </dgm:t>
    </dgm:pt>
    <dgm:pt modelId="{680CBC92-0570-4FA6-AF11-A224486FD0C8}">
      <dgm:prSet/>
      <dgm:spPr/>
      <dgm:t>
        <a:bodyPr/>
        <a:lstStyle/>
        <a:p>
          <a:pPr rtl="0"/>
          <a:r>
            <a:rPr lang="en-GB" smtClean="0"/>
            <a:t>What is (are) the subject area(s)?</a:t>
          </a:r>
          <a:endParaRPr lang="en-GB"/>
        </a:p>
      </dgm:t>
    </dgm:pt>
    <dgm:pt modelId="{2F3178AB-AF90-41BE-8DF4-67F559C59627}" type="parTrans" cxnId="{4633C4F4-D70E-4115-A4CC-BFC4F3699664}">
      <dgm:prSet/>
      <dgm:spPr/>
      <dgm:t>
        <a:bodyPr/>
        <a:lstStyle/>
        <a:p>
          <a:endParaRPr lang="en-US"/>
        </a:p>
      </dgm:t>
    </dgm:pt>
    <dgm:pt modelId="{DBF890A3-190D-493A-A802-881816535E2A}" type="sibTrans" cxnId="{4633C4F4-D70E-4115-A4CC-BFC4F3699664}">
      <dgm:prSet/>
      <dgm:spPr/>
      <dgm:t>
        <a:bodyPr/>
        <a:lstStyle/>
        <a:p>
          <a:endParaRPr lang="en-US"/>
        </a:p>
      </dgm:t>
    </dgm:pt>
    <dgm:pt modelId="{2A3FA768-3B96-4179-A03B-996D8225C493}">
      <dgm:prSet/>
      <dgm:spPr/>
      <dgm:t>
        <a:bodyPr/>
        <a:lstStyle/>
        <a:p>
          <a:pPr rtl="0"/>
          <a:r>
            <a:rPr lang="en-GB" smtClean="0"/>
            <a:t>Mention scholarly societies, professional bodies, etc.</a:t>
          </a:r>
          <a:endParaRPr lang="en-GB"/>
        </a:p>
      </dgm:t>
    </dgm:pt>
    <dgm:pt modelId="{BDE5F930-8ACB-4DB1-9147-207FB3B3F93F}" type="parTrans" cxnId="{44EC5E25-6423-43BC-B249-077CD86583D6}">
      <dgm:prSet/>
      <dgm:spPr/>
      <dgm:t>
        <a:bodyPr/>
        <a:lstStyle/>
        <a:p>
          <a:endParaRPr lang="en-US"/>
        </a:p>
      </dgm:t>
    </dgm:pt>
    <dgm:pt modelId="{561FF1D3-119B-4AE2-ACC6-252501994F44}" type="sibTrans" cxnId="{44EC5E25-6423-43BC-B249-077CD86583D6}">
      <dgm:prSet/>
      <dgm:spPr/>
      <dgm:t>
        <a:bodyPr/>
        <a:lstStyle/>
        <a:p>
          <a:endParaRPr lang="en-US"/>
        </a:p>
      </dgm:t>
    </dgm:pt>
    <dgm:pt modelId="{4D212149-CD19-44E3-8196-9DB7CDDE0BBB}">
      <dgm:prSet/>
      <dgm:spPr/>
      <dgm:t>
        <a:bodyPr/>
        <a:lstStyle/>
        <a:p>
          <a:pPr rtl="0"/>
          <a:r>
            <a:rPr lang="en-GB" smtClean="0"/>
            <a:t>Be realistic but rack your brains for all possible markets.</a:t>
          </a:r>
          <a:endParaRPr lang="en-GB"/>
        </a:p>
      </dgm:t>
    </dgm:pt>
    <dgm:pt modelId="{BE8A9D9C-72D5-4AE5-9072-753C14BF189E}" type="parTrans" cxnId="{177F72E4-E625-4B54-A2FF-2028AD07127D}">
      <dgm:prSet/>
      <dgm:spPr/>
      <dgm:t>
        <a:bodyPr/>
        <a:lstStyle/>
        <a:p>
          <a:endParaRPr lang="en-US"/>
        </a:p>
      </dgm:t>
    </dgm:pt>
    <dgm:pt modelId="{DEF500A6-F957-4B0E-A131-D75FCA77EAA4}" type="sibTrans" cxnId="{177F72E4-E625-4B54-A2FF-2028AD07127D}">
      <dgm:prSet/>
      <dgm:spPr/>
      <dgm:t>
        <a:bodyPr/>
        <a:lstStyle/>
        <a:p>
          <a:endParaRPr lang="en-US"/>
        </a:p>
      </dgm:t>
    </dgm:pt>
    <dgm:pt modelId="{C54BC0AC-7DB4-4EA5-98CE-B287A7729ED5}" type="pres">
      <dgm:prSet presAssocID="{1F9E8581-BED9-412E-A3D6-6773A7D69B87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862CDE2D-8EDA-47D7-AB4D-00EDE6234BCB}" type="pres">
      <dgm:prSet presAssocID="{B4BEA81E-57A3-4EA2-ADC9-87ED95CDF315}" presName="circle1" presStyleLbl="node1" presStyleIdx="0" presStyleCnt="5"/>
      <dgm:spPr/>
    </dgm:pt>
    <dgm:pt modelId="{6F758342-F7E0-4FB2-BC81-67E0EC9C48FA}" type="pres">
      <dgm:prSet presAssocID="{B4BEA81E-57A3-4EA2-ADC9-87ED95CDF315}" presName="space" presStyleCnt="0"/>
      <dgm:spPr/>
    </dgm:pt>
    <dgm:pt modelId="{CCD9CA8C-48B2-4070-90BF-BD22EAACB3B4}" type="pres">
      <dgm:prSet presAssocID="{B4BEA81E-57A3-4EA2-ADC9-87ED95CDF315}" presName="rect1" presStyleLbl="alignAcc1" presStyleIdx="0" presStyleCnt="5"/>
      <dgm:spPr/>
    </dgm:pt>
    <dgm:pt modelId="{07DC42C3-EED2-429B-B679-F90E20B300F1}" type="pres">
      <dgm:prSet presAssocID="{8CE1218F-020F-42AE-B845-525B62662DA0}" presName="vertSpace2" presStyleLbl="node1" presStyleIdx="0" presStyleCnt="5"/>
      <dgm:spPr/>
    </dgm:pt>
    <dgm:pt modelId="{1CD33200-2270-4F9F-A531-17FE5EF01589}" type="pres">
      <dgm:prSet presAssocID="{8CE1218F-020F-42AE-B845-525B62662DA0}" presName="circle2" presStyleLbl="node1" presStyleIdx="1" presStyleCnt="5"/>
      <dgm:spPr/>
    </dgm:pt>
    <dgm:pt modelId="{F51A8902-0F24-41BB-B5E0-5984212EE1AF}" type="pres">
      <dgm:prSet presAssocID="{8CE1218F-020F-42AE-B845-525B62662DA0}" presName="rect2" presStyleLbl="alignAcc1" presStyleIdx="1" presStyleCnt="5"/>
      <dgm:spPr/>
    </dgm:pt>
    <dgm:pt modelId="{8A9EC0C7-58FB-4A50-A957-FF7F71C2C2F0}" type="pres">
      <dgm:prSet presAssocID="{680CBC92-0570-4FA6-AF11-A224486FD0C8}" presName="vertSpace3" presStyleLbl="node1" presStyleIdx="1" presStyleCnt="5"/>
      <dgm:spPr/>
    </dgm:pt>
    <dgm:pt modelId="{AC5CEF2A-90C7-4AE2-9957-567B8DA53FCB}" type="pres">
      <dgm:prSet presAssocID="{680CBC92-0570-4FA6-AF11-A224486FD0C8}" presName="circle3" presStyleLbl="node1" presStyleIdx="2" presStyleCnt="5"/>
      <dgm:spPr/>
    </dgm:pt>
    <dgm:pt modelId="{8BAD3BE0-DC62-4C0D-B07A-D67C2176DD89}" type="pres">
      <dgm:prSet presAssocID="{680CBC92-0570-4FA6-AF11-A224486FD0C8}" presName="rect3" presStyleLbl="alignAcc1" presStyleIdx="2" presStyleCnt="5"/>
      <dgm:spPr/>
    </dgm:pt>
    <dgm:pt modelId="{0331B758-7CE2-4694-981C-62AA70D66B52}" type="pres">
      <dgm:prSet presAssocID="{2A3FA768-3B96-4179-A03B-996D8225C493}" presName="vertSpace4" presStyleLbl="node1" presStyleIdx="2" presStyleCnt="5"/>
      <dgm:spPr/>
    </dgm:pt>
    <dgm:pt modelId="{36BF27A2-C524-41DC-ABCC-D6E02DEC5EFF}" type="pres">
      <dgm:prSet presAssocID="{2A3FA768-3B96-4179-A03B-996D8225C493}" presName="circle4" presStyleLbl="node1" presStyleIdx="3" presStyleCnt="5"/>
      <dgm:spPr/>
    </dgm:pt>
    <dgm:pt modelId="{99CB5132-2FC8-4992-B534-24BD0A921818}" type="pres">
      <dgm:prSet presAssocID="{2A3FA768-3B96-4179-A03B-996D8225C493}" presName="rect4" presStyleLbl="alignAcc1" presStyleIdx="3" presStyleCnt="5"/>
      <dgm:spPr/>
    </dgm:pt>
    <dgm:pt modelId="{7C260129-97E3-49F1-8BEB-C97B8AB232C7}" type="pres">
      <dgm:prSet presAssocID="{4D212149-CD19-44E3-8196-9DB7CDDE0BBB}" presName="vertSpace5" presStyleLbl="node1" presStyleIdx="3" presStyleCnt="5"/>
      <dgm:spPr/>
    </dgm:pt>
    <dgm:pt modelId="{17944A0C-0516-42A3-952C-C9BDBD0C5058}" type="pres">
      <dgm:prSet presAssocID="{4D212149-CD19-44E3-8196-9DB7CDDE0BBB}" presName="circle5" presStyleLbl="node1" presStyleIdx="4" presStyleCnt="5"/>
      <dgm:spPr/>
    </dgm:pt>
    <dgm:pt modelId="{92550C3D-4B2D-4C84-9ABE-53D8D2DF30ED}" type="pres">
      <dgm:prSet presAssocID="{4D212149-CD19-44E3-8196-9DB7CDDE0BBB}" presName="rect5" presStyleLbl="alignAcc1" presStyleIdx="4" presStyleCnt="5"/>
      <dgm:spPr/>
    </dgm:pt>
    <dgm:pt modelId="{BF5F16DA-B600-487C-A93C-A66520020370}" type="pres">
      <dgm:prSet presAssocID="{B4BEA81E-57A3-4EA2-ADC9-87ED95CDF315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65CC8A90-252C-44DD-B322-79E833400A1B}" type="pres">
      <dgm:prSet presAssocID="{8CE1218F-020F-42AE-B845-525B62662DA0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85109188-3E0A-436A-901A-E65F7F7DEA1F}" type="pres">
      <dgm:prSet presAssocID="{680CBC92-0570-4FA6-AF11-A224486FD0C8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BEF1946D-A0CE-45DA-8865-E0EBA62E3FD6}" type="pres">
      <dgm:prSet presAssocID="{2A3FA768-3B96-4179-A03B-996D8225C493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64737C72-F6A0-44FF-AB8B-BB433D6C3150}" type="pres">
      <dgm:prSet presAssocID="{4D212149-CD19-44E3-8196-9DB7CDDE0BBB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44EC5E25-6423-43BC-B249-077CD86583D6}" srcId="{1F9E8581-BED9-412E-A3D6-6773A7D69B87}" destId="{2A3FA768-3B96-4179-A03B-996D8225C493}" srcOrd="3" destOrd="0" parTransId="{BDE5F930-8ACB-4DB1-9147-207FB3B3F93F}" sibTransId="{561FF1D3-119B-4AE2-ACC6-252501994F44}"/>
    <dgm:cxn modelId="{846F9B17-A40C-4467-8367-7BFF5693C16E}" srcId="{1F9E8581-BED9-412E-A3D6-6773A7D69B87}" destId="{B4BEA81E-57A3-4EA2-ADC9-87ED95CDF315}" srcOrd="0" destOrd="0" parTransId="{69F87AB0-0FD4-4958-BBFC-A1E615E12E10}" sibTransId="{65D27C9A-4F79-4A32-A67A-E5489FBB39A1}"/>
    <dgm:cxn modelId="{5EB1D31B-A998-415D-811F-0C0C4A715F10}" type="presOf" srcId="{680CBC92-0570-4FA6-AF11-A224486FD0C8}" destId="{85109188-3E0A-436A-901A-E65F7F7DEA1F}" srcOrd="1" destOrd="0" presId="urn:microsoft.com/office/officeart/2005/8/layout/target3"/>
    <dgm:cxn modelId="{DBAA2D17-A724-4F30-8C92-FD290D98360A}" type="presOf" srcId="{B4BEA81E-57A3-4EA2-ADC9-87ED95CDF315}" destId="{BF5F16DA-B600-487C-A93C-A66520020370}" srcOrd="1" destOrd="0" presId="urn:microsoft.com/office/officeart/2005/8/layout/target3"/>
    <dgm:cxn modelId="{7751955A-E5E2-43F8-8A5D-FC64B1B8366F}" srcId="{1F9E8581-BED9-412E-A3D6-6773A7D69B87}" destId="{8CE1218F-020F-42AE-B845-525B62662DA0}" srcOrd="1" destOrd="0" parTransId="{F8FA0618-2383-406D-9E19-07F3FAE6042A}" sibTransId="{CBAA92F7-5105-4040-81F7-D1BF30E09347}"/>
    <dgm:cxn modelId="{4633C4F4-D70E-4115-A4CC-BFC4F3699664}" srcId="{1F9E8581-BED9-412E-A3D6-6773A7D69B87}" destId="{680CBC92-0570-4FA6-AF11-A224486FD0C8}" srcOrd="2" destOrd="0" parTransId="{2F3178AB-AF90-41BE-8DF4-67F559C59627}" sibTransId="{DBF890A3-190D-493A-A802-881816535E2A}"/>
    <dgm:cxn modelId="{43FD20C9-F469-4903-AF3F-6CC438982015}" type="presOf" srcId="{4D212149-CD19-44E3-8196-9DB7CDDE0BBB}" destId="{64737C72-F6A0-44FF-AB8B-BB433D6C3150}" srcOrd="1" destOrd="0" presId="urn:microsoft.com/office/officeart/2005/8/layout/target3"/>
    <dgm:cxn modelId="{383D9C08-FC16-48D4-B9A9-31AD15643A31}" type="presOf" srcId="{2A3FA768-3B96-4179-A03B-996D8225C493}" destId="{BEF1946D-A0CE-45DA-8865-E0EBA62E3FD6}" srcOrd="1" destOrd="0" presId="urn:microsoft.com/office/officeart/2005/8/layout/target3"/>
    <dgm:cxn modelId="{177F72E4-E625-4B54-A2FF-2028AD07127D}" srcId="{1F9E8581-BED9-412E-A3D6-6773A7D69B87}" destId="{4D212149-CD19-44E3-8196-9DB7CDDE0BBB}" srcOrd="4" destOrd="0" parTransId="{BE8A9D9C-72D5-4AE5-9072-753C14BF189E}" sibTransId="{DEF500A6-F957-4B0E-A131-D75FCA77EAA4}"/>
    <dgm:cxn modelId="{C900FF5A-3900-4D6E-B9B7-BD6432690A48}" type="presOf" srcId="{1F9E8581-BED9-412E-A3D6-6773A7D69B87}" destId="{C54BC0AC-7DB4-4EA5-98CE-B287A7729ED5}" srcOrd="0" destOrd="0" presId="urn:microsoft.com/office/officeart/2005/8/layout/target3"/>
    <dgm:cxn modelId="{8EE5DA67-D8DC-4716-84BF-76D7963FAFF2}" type="presOf" srcId="{B4BEA81E-57A3-4EA2-ADC9-87ED95CDF315}" destId="{CCD9CA8C-48B2-4070-90BF-BD22EAACB3B4}" srcOrd="0" destOrd="0" presId="urn:microsoft.com/office/officeart/2005/8/layout/target3"/>
    <dgm:cxn modelId="{C3BECC0D-49F7-4875-B30D-B69D35955398}" type="presOf" srcId="{680CBC92-0570-4FA6-AF11-A224486FD0C8}" destId="{8BAD3BE0-DC62-4C0D-B07A-D67C2176DD89}" srcOrd="0" destOrd="0" presId="urn:microsoft.com/office/officeart/2005/8/layout/target3"/>
    <dgm:cxn modelId="{9B8D9697-7521-44BC-B39A-F451098ABCA9}" type="presOf" srcId="{8CE1218F-020F-42AE-B845-525B62662DA0}" destId="{F51A8902-0F24-41BB-B5E0-5984212EE1AF}" srcOrd="0" destOrd="0" presId="urn:microsoft.com/office/officeart/2005/8/layout/target3"/>
    <dgm:cxn modelId="{F6EB9FB4-EA2F-4E32-9D73-B37FBF4306BE}" type="presOf" srcId="{4D212149-CD19-44E3-8196-9DB7CDDE0BBB}" destId="{92550C3D-4B2D-4C84-9ABE-53D8D2DF30ED}" srcOrd="0" destOrd="0" presId="urn:microsoft.com/office/officeart/2005/8/layout/target3"/>
    <dgm:cxn modelId="{F74436BE-857E-48C0-85D4-FF64C4423F07}" type="presOf" srcId="{2A3FA768-3B96-4179-A03B-996D8225C493}" destId="{99CB5132-2FC8-4992-B534-24BD0A921818}" srcOrd="0" destOrd="0" presId="urn:microsoft.com/office/officeart/2005/8/layout/target3"/>
    <dgm:cxn modelId="{271EDD6D-499F-43D7-B145-A1D62DEBEEE6}" type="presOf" srcId="{8CE1218F-020F-42AE-B845-525B62662DA0}" destId="{65CC8A90-252C-44DD-B322-79E833400A1B}" srcOrd="1" destOrd="0" presId="urn:microsoft.com/office/officeart/2005/8/layout/target3"/>
    <dgm:cxn modelId="{BB0967BD-74A7-48A8-88E7-279FD27D1AFF}" type="presParOf" srcId="{C54BC0AC-7DB4-4EA5-98CE-B287A7729ED5}" destId="{862CDE2D-8EDA-47D7-AB4D-00EDE6234BCB}" srcOrd="0" destOrd="0" presId="urn:microsoft.com/office/officeart/2005/8/layout/target3"/>
    <dgm:cxn modelId="{3DF83023-7A2E-491F-8C06-E080937267B9}" type="presParOf" srcId="{C54BC0AC-7DB4-4EA5-98CE-B287A7729ED5}" destId="{6F758342-F7E0-4FB2-BC81-67E0EC9C48FA}" srcOrd="1" destOrd="0" presId="urn:microsoft.com/office/officeart/2005/8/layout/target3"/>
    <dgm:cxn modelId="{4B9771F2-EDF4-4EC5-AEFB-C4FD6EC1C13D}" type="presParOf" srcId="{C54BC0AC-7DB4-4EA5-98CE-B287A7729ED5}" destId="{CCD9CA8C-48B2-4070-90BF-BD22EAACB3B4}" srcOrd="2" destOrd="0" presId="urn:microsoft.com/office/officeart/2005/8/layout/target3"/>
    <dgm:cxn modelId="{789DE847-6FB7-4E28-9F3D-FCB0A17627FF}" type="presParOf" srcId="{C54BC0AC-7DB4-4EA5-98CE-B287A7729ED5}" destId="{07DC42C3-EED2-429B-B679-F90E20B300F1}" srcOrd="3" destOrd="0" presId="urn:microsoft.com/office/officeart/2005/8/layout/target3"/>
    <dgm:cxn modelId="{AA7817B0-B08D-45DB-85B0-E326FBD59560}" type="presParOf" srcId="{C54BC0AC-7DB4-4EA5-98CE-B287A7729ED5}" destId="{1CD33200-2270-4F9F-A531-17FE5EF01589}" srcOrd="4" destOrd="0" presId="urn:microsoft.com/office/officeart/2005/8/layout/target3"/>
    <dgm:cxn modelId="{7926E6AC-0131-4FD6-AAF8-5FEAC6A6CE81}" type="presParOf" srcId="{C54BC0AC-7DB4-4EA5-98CE-B287A7729ED5}" destId="{F51A8902-0F24-41BB-B5E0-5984212EE1AF}" srcOrd="5" destOrd="0" presId="urn:microsoft.com/office/officeart/2005/8/layout/target3"/>
    <dgm:cxn modelId="{716FAE74-2F99-4B0B-90BD-DC50A968DA6D}" type="presParOf" srcId="{C54BC0AC-7DB4-4EA5-98CE-B287A7729ED5}" destId="{8A9EC0C7-58FB-4A50-A957-FF7F71C2C2F0}" srcOrd="6" destOrd="0" presId="urn:microsoft.com/office/officeart/2005/8/layout/target3"/>
    <dgm:cxn modelId="{CC12F77E-3447-4C56-914A-33820BEB2D28}" type="presParOf" srcId="{C54BC0AC-7DB4-4EA5-98CE-B287A7729ED5}" destId="{AC5CEF2A-90C7-4AE2-9957-567B8DA53FCB}" srcOrd="7" destOrd="0" presId="urn:microsoft.com/office/officeart/2005/8/layout/target3"/>
    <dgm:cxn modelId="{1FDFD2EA-19E6-44D8-97F3-2027D70CAD85}" type="presParOf" srcId="{C54BC0AC-7DB4-4EA5-98CE-B287A7729ED5}" destId="{8BAD3BE0-DC62-4C0D-B07A-D67C2176DD89}" srcOrd="8" destOrd="0" presId="urn:microsoft.com/office/officeart/2005/8/layout/target3"/>
    <dgm:cxn modelId="{84A42EC4-4EEF-4B8D-9C7C-83C494FB9BC5}" type="presParOf" srcId="{C54BC0AC-7DB4-4EA5-98CE-B287A7729ED5}" destId="{0331B758-7CE2-4694-981C-62AA70D66B52}" srcOrd="9" destOrd="0" presId="urn:microsoft.com/office/officeart/2005/8/layout/target3"/>
    <dgm:cxn modelId="{3D7ADDB1-F1CE-430A-99B3-A766F728F075}" type="presParOf" srcId="{C54BC0AC-7DB4-4EA5-98CE-B287A7729ED5}" destId="{36BF27A2-C524-41DC-ABCC-D6E02DEC5EFF}" srcOrd="10" destOrd="0" presId="urn:microsoft.com/office/officeart/2005/8/layout/target3"/>
    <dgm:cxn modelId="{7E4A6F87-1D01-460E-9DB7-49500AAACC4A}" type="presParOf" srcId="{C54BC0AC-7DB4-4EA5-98CE-B287A7729ED5}" destId="{99CB5132-2FC8-4992-B534-24BD0A921818}" srcOrd="11" destOrd="0" presId="urn:microsoft.com/office/officeart/2005/8/layout/target3"/>
    <dgm:cxn modelId="{B7152680-EFCB-442E-876E-04647404CBE0}" type="presParOf" srcId="{C54BC0AC-7DB4-4EA5-98CE-B287A7729ED5}" destId="{7C260129-97E3-49F1-8BEB-C97B8AB232C7}" srcOrd="12" destOrd="0" presId="urn:microsoft.com/office/officeart/2005/8/layout/target3"/>
    <dgm:cxn modelId="{D230D44D-14DD-4EF6-9B8C-5E96E32FDA58}" type="presParOf" srcId="{C54BC0AC-7DB4-4EA5-98CE-B287A7729ED5}" destId="{17944A0C-0516-42A3-952C-C9BDBD0C5058}" srcOrd="13" destOrd="0" presId="urn:microsoft.com/office/officeart/2005/8/layout/target3"/>
    <dgm:cxn modelId="{47F3C7EB-6CEB-4C2D-ADA1-943493168BA7}" type="presParOf" srcId="{C54BC0AC-7DB4-4EA5-98CE-B287A7729ED5}" destId="{92550C3D-4B2D-4C84-9ABE-53D8D2DF30ED}" srcOrd="14" destOrd="0" presId="urn:microsoft.com/office/officeart/2005/8/layout/target3"/>
    <dgm:cxn modelId="{F2807862-C6A6-4871-AEC0-82E6CE1CB136}" type="presParOf" srcId="{C54BC0AC-7DB4-4EA5-98CE-B287A7729ED5}" destId="{BF5F16DA-B600-487C-A93C-A66520020370}" srcOrd="15" destOrd="0" presId="urn:microsoft.com/office/officeart/2005/8/layout/target3"/>
    <dgm:cxn modelId="{597B4E11-324E-4AB8-867D-8331A63B5D8E}" type="presParOf" srcId="{C54BC0AC-7DB4-4EA5-98CE-B287A7729ED5}" destId="{65CC8A90-252C-44DD-B322-79E833400A1B}" srcOrd="16" destOrd="0" presId="urn:microsoft.com/office/officeart/2005/8/layout/target3"/>
    <dgm:cxn modelId="{DFF136C7-D912-4031-9B7C-A64CC3DC51AF}" type="presParOf" srcId="{C54BC0AC-7DB4-4EA5-98CE-B287A7729ED5}" destId="{85109188-3E0A-436A-901A-E65F7F7DEA1F}" srcOrd="17" destOrd="0" presId="urn:microsoft.com/office/officeart/2005/8/layout/target3"/>
    <dgm:cxn modelId="{D71764B2-E894-4403-BD04-66C03A5C42F5}" type="presParOf" srcId="{C54BC0AC-7DB4-4EA5-98CE-B287A7729ED5}" destId="{BEF1946D-A0CE-45DA-8865-E0EBA62E3FD6}" srcOrd="18" destOrd="0" presId="urn:microsoft.com/office/officeart/2005/8/layout/target3"/>
    <dgm:cxn modelId="{E09CFC7F-DA81-491B-8E30-D0DB4176182E}" type="presParOf" srcId="{C54BC0AC-7DB4-4EA5-98CE-B287A7729ED5}" destId="{64737C72-F6A0-44FF-AB8B-BB433D6C3150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26146E2-61E0-412F-B42A-45686B396E3A}" type="doc">
      <dgm:prSet loTypeId="urn:microsoft.com/office/officeart/2005/8/layout/venn1" loCatId="relationship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2DE7B1-576A-41E3-8093-0207E399262F}">
      <dgm:prSet/>
      <dgm:spPr/>
      <dgm:t>
        <a:bodyPr/>
        <a:lstStyle/>
        <a:p>
          <a:pPr rtl="0"/>
          <a:r>
            <a:rPr lang="en-GB" smtClean="0"/>
            <a:t>Competition</a:t>
          </a:r>
          <a:endParaRPr lang="en-GB"/>
        </a:p>
      </dgm:t>
    </dgm:pt>
    <dgm:pt modelId="{F1B21C5A-F4C4-40CD-8F76-4A324F56CE13}" type="parTrans" cxnId="{9546B565-A8A6-4B7F-BA00-5098FE57C66E}">
      <dgm:prSet/>
      <dgm:spPr/>
      <dgm:t>
        <a:bodyPr/>
        <a:lstStyle/>
        <a:p>
          <a:endParaRPr lang="en-US"/>
        </a:p>
      </dgm:t>
    </dgm:pt>
    <dgm:pt modelId="{76CD441D-D17F-468E-8F8F-1ADA5BEC1190}" type="sibTrans" cxnId="{9546B565-A8A6-4B7F-BA00-5098FE57C66E}">
      <dgm:prSet/>
      <dgm:spPr/>
      <dgm:t>
        <a:bodyPr/>
        <a:lstStyle/>
        <a:p>
          <a:endParaRPr lang="en-US"/>
        </a:p>
      </dgm:t>
    </dgm:pt>
    <dgm:pt modelId="{D99ABFF6-5700-43DE-ABD8-D60A52A82414}" type="pres">
      <dgm:prSet presAssocID="{326146E2-61E0-412F-B42A-45686B396E3A}" presName="compositeShape" presStyleCnt="0">
        <dgm:presLayoutVars>
          <dgm:chMax val="7"/>
          <dgm:dir/>
          <dgm:resizeHandles val="exact"/>
        </dgm:presLayoutVars>
      </dgm:prSet>
      <dgm:spPr/>
    </dgm:pt>
    <dgm:pt modelId="{212AB359-5440-4AB6-96AD-018C828A9400}" type="pres">
      <dgm:prSet presAssocID="{7A2DE7B1-576A-41E3-8093-0207E399262F}" presName="circ1TxSh" presStyleLbl="vennNode1" presStyleIdx="0" presStyleCnt="1" custScaleX="678672"/>
      <dgm:spPr/>
    </dgm:pt>
  </dgm:ptLst>
  <dgm:cxnLst>
    <dgm:cxn modelId="{EBD99FA5-43FD-4989-B2EF-B87E19A2C010}" type="presOf" srcId="{7A2DE7B1-576A-41E3-8093-0207E399262F}" destId="{212AB359-5440-4AB6-96AD-018C828A9400}" srcOrd="0" destOrd="0" presId="urn:microsoft.com/office/officeart/2005/8/layout/venn1"/>
    <dgm:cxn modelId="{9546B565-A8A6-4B7F-BA00-5098FE57C66E}" srcId="{326146E2-61E0-412F-B42A-45686B396E3A}" destId="{7A2DE7B1-576A-41E3-8093-0207E399262F}" srcOrd="0" destOrd="0" parTransId="{F1B21C5A-F4C4-40CD-8F76-4A324F56CE13}" sibTransId="{76CD441D-D17F-468E-8F8F-1ADA5BEC1190}"/>
    <dgm:cxn modelId="{1270BE3C-99CF-4EFE-AD70-BA0E5B4D2142}" type="presOf" srcId="{326146E2-61E0-412F-B42A-45686B396E3A}" destId="{D99ABFF6-5700-43DE-ABD8-D60A52A82414}" srcOrd="0" destOrd="0" presId="urn:microsoft.com/office/officeart/2005/8/layout/venn1"/>
    <dgm:cxn modelId="{26E11612-814B-4DE5-9281-668D222D239E}" type="presParOf" srcId="{D99ABFF6-5700-43DE-ABD8-D60A52A82414}" destId="{212AB359-5440-4AB6-96AD-018C828A9400}" srcOrd="0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94B9F43-687C-45A7-964F-4B8890C19C6D}" type="doc">
      <dgm:prSet loTypeId="urn:microsoft.com/office/officeart/2005/8/layout/vList2" loCatId="list" qsTypeId="urn:microsoft.com/office/officeart/2005/8/quickstyle/3d3" qsCatId="3D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C7E3209-61CA-4A39-A6EC-3B97821847D1}">
      <dgm:prSet/>
      <dgm:spPr/>
      <dgm:t>
        <a:bodyPr/>
        <a:lstStyle/>
        <a:p>
          <a:pPr rtl="0"/>
          <a:r>
            <a:rPr lang="en-GB" smtClean="0"/>
            <a:t>This is </a:t>
          </a:r>
          <a:r>
            <a:rPr lang="en-GB" i="1" smtClean="0"/>
            <a:t>not</a:t>
          </a:r>
          <a:r>
            <a:rPr lang="en-GB" smtClean="0"/>
            <a:t> a literature review.</a:t>
          </a:r>
          <a:endParaRPr lang="en-GB"/>
        </a:p>
      </dgm:t>
    </dgm:pt>
    <dgm:pt modelId="{B978AE6A-441A-4EA6-87A1-1910E093A8CC}" type="parTrans" cxnId="{BB5B4C7F-007B-4198-9B4D-2825AEDC29B4}">
      <dgm:prSet/>
      <dgm:spPr/>
      <dgm:t>
        <a:bodyPr/>
        <a:lstStyle/>
        <a:p>
          <a:endParaRPr lang="en-US"/>
        </a:p>
      </dgm:t>
    </dgm:pt>
    <dgm:pt modelId="{DF8EC9A1-01D0-4508-801E-CE3DC2A0E7D0}" type="sibTrans" cxnId="{BB5B4C7F-007B-4198-9B4D-2825AEDC29B4}">
      <dgm:prSet/>
      <dgm:spPr/>
      <dgm:t>
        <a:bodyPr/>
        <a:lstStyle/>
        <a:p>
          <a:endParaRPr lang="en-US"/>
        </a:p>
      </dgm:t>
    </dgm:pt>
    <dgm:pt modelId="{D348502D-92D9-4A1E-ACFB-05D1642453FD}">
      <dgm:prSet/>
      <dgm:spPr/>
      <dgm:t>
        <a:bodyPr/>
        <a:lstStyle/>
        <a:p>
          <a:pPr rtl="0"/>
          <a:r>
            <a:rPr lang="en-GB" smtClean="0"/>
            <a:t>No need to attack/undermine other works.</a:t>
          </a:r>
          <a:endParaRPr lang="en-GB"/>
        </a:p>
      </dgm:t>
    </dgm:pt>
    <dgm:pt modelId="{4F2B931D-A5D1-4AF2-A0EE-06470AD65A6F}" type="parTrans" cxnId="{F73BDEDF-861A-4B36-A6E5-C1AC7D5BF327}">
      <dgm:prSet/>
      <dgm:spPr/>
      <dgm:t>
        <a:bodyPr/>
        <a:lstStyle/>
        <a:p>
          <a:endParaRPr lang="en-US"/>
        </a:p>
      </dgm:t>
    </dgm:pt>
    <dgm:pt modelId="{69E80BE9-13BE-4D6B-9E1D-A4349FFC810E}" type="sibTrans" cxnId="{F73BDEDF-861A-4B36-A6E5-C1AC7D5BF327}">
      <dgm:prSet/>
      <dgm:spPr/>
      <dgm:t>
        <a:bodyPr/>
        <a:lstStyle/>
        <a:p>
          <a:endParaRPr lang="en-US"/>
        </a:p>
      </dgm:t>
    </dgm:pt>
    <dgm:pt modelId="{38834456-A44C-4323-B0B1-D5F498B00B69}">
      <dgm:prSet/>
      <dgm:spPr/>
      <dgm:t>
        <a:bodyPr/>
        <a:lstStyle/>
        <a:p>
          <a:pPr rtl="0"/>
          <a:r>
            <a:rPr lang="en-GB" smtClean="0"/>
            <a:t>This is to give a frame of reference. </a:t>
          </a:r>
          <a:endParaRPr lang="en-GB"/>
        </a:p>
      </dgm:t>
    </dgm:pt>
    <dgm:pt modelId="{13690BAB-69E6-4A5B-8D80-EEC2F8BB3158}" type="parTrans" cxnId="{B3F55DAC-112B-4767-82E2-D65ED0255054}">
      <dgm:prSet/>
      <dgm:spPr/>
      <dgm:t>
        <a:bodyPr/>
        <a:lstStyle/>
        <a:p>
          <a:endParaRPr lang="en-US"/>
        </a:p>
      </dgm:t>
    </dgm:pt>
    <dgm:pt modelId="{D655A7A4-301B-4D14-A2B4-DFE9941D53E5}" type="sibTrans" cxnId="{B3F55DAC-112B-4767-82E2-D65ED0255054}">
      <dgm:prSet/>
      <dgm:spPr/>
      <dgm:t>
        <a:bodyPr/>
        <a:lstStyle/>
        <a:p>
          <a:endParaRPr lang="en-US"/>
        </a:p>
      </dgm:t>
    </dgm:pt>
    <dgm:pt modelId="{A75F653F-F208-43CE-8E1C-5F064EBF9359}" type="pres">
      <dgm:prSet presAssocID="{594B9F43-687C-45A7-964F-4B8890C19C6D}" presName="linear" presStyleCnt="0">
        <dgm:presLayoutVars>
          <dgm:animLvl val="lvl"/>
          <dgm:resizeHandles val="exact"/>
        </dgm:presLayoutVars>
      </dgm:prSet>
      <dgm:spPr/>
    </dgm:pt>
    <dgm:pt modelId="{2B753277-5528-45F8-B887-F1D48957AE72}" type="pres">
      <dgm:prSet presAssocID="{EC7E3209-61CA-4A39-A6EC-3B97821847D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2F0112F-99DB-4921-AD60-66FD33C420B3}" type="pres">
      <dgm:prSet presAssocID="{DF8EC9A1-01D0-4508-801E-CE3DC2A0E7D0}" presName="spacer" presStyleCnt="0"/>
      <dgm:spPr/>
    </dgm:pt>
    <dgm:pt modelId="{B1973C91-2CC1-411A-98D0-FA327E5E7D2C}" type="pres">
      <dgm:prSet presAssocID="{D348502D-92D9-4A1E-ACFB-05D1642453F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72560A8-E658-4434-9CA2-C0FA56DA068B}" type="pres">
      <dgm:prSet presAssocID="{69E80BE9-13BE-4D6B-9E1D-A4349FFC810E}" presName="spacer" presStyleCnt="0"/>
      <dgm:spPr/>
    </dgm:pt>
    <dgm:pt modelId="{16629F86-E99B-4FF3-A70D-C0B87E2763C4}" type="pres">
      <dgm:prSet presAssocID="{38834456-A44C-4323-B0B1-D5F498B00B6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73407F0-4B7E-4BEC-BA15-05AB3E8A2C35}" type="presOf" srcId="{594B9F43-687C-45A7-964F-4B8890C19C6D}" destId="{A75F653F-F208-43CE-8E1C-5F064EBF9359}" srcOrd="0" destOrd="0" presId="urn:microsoft.com/office/officeart/2005/8/layout/vList2"/>
    <dgm:cxn modelId="{861FB9E8-3AFD-488C-A138-FBB98E545D5B}" type="presOf" srcId="{D348502D-92D9-4A1E-ACFB-05D1642453FD}" destId="{B1973C91-2CC1-411A-98D0-FA327E5E7D2C}" srcOrd="0" destOrd="0" presId="urn:microsoft.com/office/officeart/2005/8/layout/vList2"/>
    <dgm:cxn modelId="{0B46F138-2762-4DAD-951B-0528271FCDA9}" type="presOf" srcId="{38834456-A44C-4323-B0B1-D5F498B00B69}" destId="{16629F86-E99B-4FF3-A70D-C0B87E2763C4}" srcOrd="0" destOrd="0" presId="urn:microsoft.com/office/officeart/2005/8/layout/vList2"/>
    <dgm:cxn modelId="{B3F55DAC-112B-4767-82E2-D65ED0255054}" srcId="{594B9F43-687C-45A7-964F-4B8890C19C6D}" destId="{38834456-A44C-4323-B0B1-D5F498B00B69}" srcOrd="2" destOrd="0" parTransId="{13690BAB-69E6-4A5B-8D80-EEC2F8BB3158}" sibTransId="{D655A7A4-301B-4D14-A2B4-DFE9941D53E5}"/>
    <dgm:cxn modelId="{F73BDEDF-861A-4B36-A6E5-C1AC7D5BF327}" srcId="{594B9F43-687C-45A7-964F-4B8890C19C6D}" destId="{D348502D-92D9-4A1E-ACFB-05D1642453FD}" srcOrd="1" destOrd="0" parTransId="{4F2B931D-A5D1-4AF2-A0EE-06470AD65A6F}" sibTransId="{69E80BE9-13BE-4D6B-9E1D-A4349FFC810E}"/>
    <dgm:cxn modelId="{BB5B4C7F-007B-4198-9B4D-2825AEDC29B4}" srcId="{594B9F43-687C-45A7-964F-4B8890C19C6D}" destId="{EC7E3209-61CA-4A39-A6EC-3B97821847D1}" srcOrd="0" destOrd="0" parTransId="{B978AE6A-441A-4EA6-87A1-1910E093A8CC}" sibTransId="{DF8EC9A1-01D0-4508-801E-CE3DC2A0E7D0}"/>
    <dgm:cxn modelId="{A64E1926-26EF-479C-AAA5-D89AFBC3F92B}" type="presOf" srcId="{EC7E3209-61CA-4A39-A6EC-3B97821847D1}" destId="{2B753277-5528-45F8-B887-F1D48957AE72}" srcOrd="0" destOrd="0" presId="urn:microsoft.com/office/officeart/2005/8/layout/vList2"/>
    <dgm:cxn modelId="{F0D9650E-B29F-40AA-A3A0-655109F63DA3}" type="presParOf" srcId="{A75F653F-F208-43CE-8E1C-5F064EBF9359}" destId="{2B753277-5528-45F8-B887-F1D48957AE72}" srcOrd="0" destOrd="0" presId="urn:microsoft.com/office/officeart/2005/8/layout/vList2"/>
    <dgm:cxn modelId="{E7B7257A-BE51-4EB7-AE32-BA01D5B0D84C}" type="presParOf" srcId="{A75F653F-F208-43CE-8E1C-5F064EBF9359}" destId="{32F0112F-99DB-4921-AD60-66FD33C420B3}" srcOrd="1" destOrd="0" presId="urn:microsoft.com/office/officeart/2005/8/layout/vList2"/>
    <dgm:cxn modelId="{176AC2BB-AAA2-485D-8ACB-FD4B5A1B6A4E}" type="presParOf" srcId="{A75F653F-F208-43CE-8E1C-5F064EBF9359}" destId="{B1973C91-2CC1-411A-98D0-FA327E5E7D2C}" srcOrd="2" destOrd="0" presId="urn:microsoft.com/office/officeart/2005/8/layout/vList2"/>
    <dgm:cxn modelId="{2C0DD818-B020-4EFC-948C-E0E93E9125F3}" type="presParOf" srcId="{A75F653F-F208-43CE-8E1C-5F064EBF9359}" destId="{A72560A8-E658-4434-9CA2-C0FA56DA068B}" srcOrd="3" destOrd="0" presId="urn:microsoft.com/office/officeart/2005/8/layout/vList2"/>
    <dgm:cxn modelId="{1785D981-0D1F-409F-8229-649EC568AD5A}" type="presParOf" srcId="{A75F653F-F208-43CE-8E1C-5F064EBF9359}" destId="{16629F86-E99B-4FF3-A70D-C0B87E2763C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A6E2058-57E6-4D70-A228-EC9DCBD60C57}" type="doc">
      <dgm:prSet loTypeId="urn:microsoft.com/office/officeart/2005/8/layout/vList2" loCatId="list" qsTypeId="urn:microsoft.com/office/officeart/2009/2/quickstyle/3d8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0512B8C-DA8A-4CC1-9409-0D4744E2D654}">
      <dgm:prSet/>
      <dgm:spPr/>
      <dgm:t>
        <a:bodyPr/>
        <a:lstStyle/>
        <a:p>
          <a:pPr rtl="0"/>
          <a:r>
            <a:rPr lang="en-GB" smtClean="0"/>
            <a:t>Additional information</a:t>
          </a:r>
          <a:endParaRPr lang="en-GB"/>
        </a:p>
      </dgm:t>
    </dgm:pt>
    <dgm:pt modelId="{A4533267-ED53-40AB-80B8-F91F95B96025}" type="parTrans" cxnId="{00DB1CC8-C164-4E59-9980-705A7468B049}">
      <dgm:prSet/>
      <dgm:spPr/>
      <dgm:t>
        <a:bodyPr/>
        <a:lstStyle/>
        <a:p>
          <a:endParaRPr lang="en-US"/>
        </a:p>
      </dgm:t>
    </dgm:pt>
    <dgm:pt modelId="{717CAA25-2CFD-4BA2-A8D2-75D1B0B78604}" type="sibTrans" cxnId="{00DB1CC8-C164-4E59-9980-705A7468B049}">
      <dgm:prSet/>
      <dgm:spPr/>
      <dgm:t>
        <a:bodyPr/>
        <a:lstStyle/>
        <a:p>
          <a:endParaRPr lang="en-US"/>
        </a:p>
      </dgm:t>
    </dgm:pt>
    <dgm:pt modelId="{7B563993-26B3-4380-ADAD-E601D44743BD}" type="pres">
      <dgm:prSet presAssocID="{0A6E2058-57E6-4D70-A228-EC9DCBD60C57}" presName="linear" presStyleCnt="0">
        <dgm:presLayoutVars>
          <dgm:animLvl val="lvl"/>
          <dgm:resizeHandles val="exact"/>
        </dgm:presLayoutVars>
      </dgm:prSet>
      <dgm:spPr/>
    </dgm:pt>
    <dgm:pt modelId="{EF7CA93F-FCC6-4756-B832-B9B4518ADDA6}" type="pres">
      <dgm:prSet presAssocID="{A0512B8C-DA8A-4CC1-9409-0D4744E2D65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0DB1CC8-C164-4E59-9980-705A7468B049}" srcId="{0A6E2058-57E6-4D70-A228-EC9DCBD60C57}" destId="{A0512B8C-DA8A-4CC1-9409-0D4744E2D654}" srcOrd="0" destOrd="0" parTransId="{A4533267-ED53-40AB-80B8-F91F95B96025}" sibTransId="{717CAA25-2CFD-4BA2-A8D2-75D1B0B78604}"/>
    <dgm:cxn modelId="{7CF42BF0-BDC8-4AAE-B3A5-BD4CFDBB0DAF}" type="presOf" srcId="{0A6E2058-57E6-4D70-A228-EC9DCBD60C57}" destId="{7B563993-26B3-4380-ADAD-E601D44743BD}" srcOrd="0" destOrd="0" presId="urn:microsoft.com/office/officeart/2005/8/layout/vList2"/>
    <dgm:cxn modelId="{8A16035B-88AF-4A2F-9544-2744B0989887}" type="presOf" srcId="{A0512B8C-DA8A-4CC1-9409-0D4744E2D654}" destId="{EF7CA93F-FCC6-4756-B832-B9B4518ADDA6}" srcOrd="0" destOrd="0" presId="urn:microsoft.com/office/officeart/2005/8/layout/vList2"/>
    <dgm:cxn modelId="{80E07C9D-909E-470A-BD67-4AB0B5620BEF}" type="presParOf" srcId="{7B563993-26B3-4380-ADAD-E601D44743BD}" destId="{EF7CA93F-FCC6-4756-B832-B9B4518ADD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5714424-C33D-40A5-99FB-D5DB4221983F}" type="doc">
      <dgm:prSet loTypeId="urn:microsoft.com/office/officeart/2005/8/layout/hList7" loCatId="list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A07F80-75B4-44BE-B446-8F855CBF31BD}">
      <dgm:prSet/>
      <dgm:spPr/>
      <dgm:t>
        <a:bodyPr/>
        <a:lstStyle/>
        <a:p>
          <a:pPr rtl="0"/>
          <a:r>
            <a:rPr lang="en-GB" smtClean="0"/>
            <a:t>Length (in thousands of words).</a:t>
          </a:r>
          <a:endParaRPr lang="en-GB"/>
        </a:p>
      </dgm:t>
    </dgm:pt>
    <dgm:pt modelId="{19C45344-E71F-479D-B758-D47786EF889F}" type="parTrans" cxnId="{15530633-801A-4442-9F8B-BD8FF84C0B1D}">
      <dgm:prSet/>
      <dgm:spPr/>
      <dgm:t>
        <a:bodyPr/>
        <a:lstStyle/>
        <a:p>
          <a:endParaRPr lang="en-US"/>
        </a:p>
      </dgm:t>
    </dgm:pt>
    <dgm:pt modelId="{01F678A5-C9C5-4173-895D-B4D04C0470AD}" type="sibTrans" cxnId="{15530633-801A-4442-9F8B-BD8FF84C0B1D}">
      <dgm:prSet/>
      <dgm:spPr/>
      <dgm:t>
        <a:bodyPr/>
        <a:lstStyle/>
        <a:p>
          <a:endParaRPr lang="en-US"/>
        </a:p>
      </dgm:t>
    </dgm:pt>
    <dgm:pt modelId="{66C661CA-9466-489D-85A0-DFF85E1F53CC}">
      <dgm:prSet/>
      <dgm:spPr/>
      <dgm:t>
        <a:bodyPr/>
        <a:lstStyle/>
        <a:p>
          <a:pPr rtl="0"/>
          <a:r>
            <a:rPr lang="en-GB" smtClean="0"/>
            <a:t>Has any of your work included in this manuscript been published previously? Is the book based on your PhD? If so, is your thesis available electronically?</a:t>
          </a:r>
          <a:endParaRPr lang="en-GB"/>
        </a:p>
      </dgm:t>
    </dgm:pt>
    <dgm:pt modelId="{1B076D08-EA99-4E52-9363-7CD271638C37}" type="parTrans" cxnId="{4087575D-560C-4E41-AE65-F06F9186123E}">
      <dgm:prSet/>
      <dgm:spPr/>
      <dgm:t>
        <a:bodyPr/>
        <a:lstStyle/>
        <a:p>
          <a:endParaRPr lang="en-US"/>
        </a:p>
      </dgm:t>
    </dgm:pt>
    <dgm:pt modelId="{3A82318C-104A-4017-87D9-F1E4F36A5F1D}" type="sibTrans" cxnId="{4087575D-560C-4E41-AE65-F06F9186123E}">
      <dgm:prSet/>
      <dgm:spPr/>
      <dgm:t>
        <a:bodyPr/>
        <a:lstStyle/>
        <a:p>
          <a:endParaRPr lang="en-US"/>
        </a:p>
      </dgm:t>
    </dgm:pt>
    <dgm:pt modelId="{5315F911-4A11-46A2-A596-F1687A4EB877}">
      <dgm:prSet/>
      <dgm:spPr/>
      <dgm:t>
        <a:bodyPr/>
        <a:lstStyle/>
        <a:p>
          <a:pPr rtl="0"/>
          <a:r>
            <a:rPr lang="en-GB" dirty="0" smtClean="0"/>
            <a:t>Delivery date.</a:t>
          </a:r>
          <a:endParaRPr lang="en-GB" dirty="0"/>
        </a:p>
      </dgm:t>
    </dgm:pt>
    <dgm:pt modelId="{CF7F193B-E7BC-49BF-AEAE-5A0C9A463353}" type="parTrans" cxnId="{270B0B2B-FE45-41FB-AD63-2F074A408711}">
      <dgm:prSet/>
      <dgm:spPr/>
      <dgm:t>
        <a:bodyPr/>
        <a:lstStyle/>
        <a:p>
          <a:endParaRPr lang="en-US"/>
        </a:p>
      </dgm:t>
    </dgm:pt>
    <dgm:pt modelId="{BF2B0D23-4C3A-4270-9ABA-D4FA9E36CAF7}" type="sibTrans" cxnId="{270B0B2B-FE45-41FB-AD63-2F074A408711}">
      <dgm:prSet/>
      <dgm:spPr/>
      <dgm:t>
        <a:bodyPr/>
        <a:lstStyle/>
        <a:p>
          <a:endParaRPr lang="en-US"/>
        </a:p>
      </dgm:t>
    </dgm:pt>
    <dgm:pt modelId="{278EB5F4-3DAC-455A-98F1-F4D20310B215}" type="pres">
      <dgm:prSet presAssocID="{45714424-C33D-40A5-99FB-D5DB4221983F}" presName="Name0" presStyleCnt="0">
        <dgm:presLayoutVars>
          <dgm:dir/>
          <dgm:resizeHandles val="exact"/>
        </dgm:presLayoutVars>
      </dgm:prSet>
      <dgm:spPr/>
    </dgm:pt>
    <dgm:pt modelId="{0CE722E5-CF9B-44E8-A86C-88782548CD92}" type="pres">
      <dgm:prSet presAssocID="{45714424-C33D-40A5-99FB-D5DB4221983F}" presName="fgShape" presStyleLbl="fgShp" presStyleIdx="0" presStyleCnt="1"/>
      <dgm:spPr/>
    </dgm:pt>
    <dgm:pt modelId="{EA44FD41-D36A-43F0-9A6C-5F5D83F392E4}" type="pres">
      <dgm:prSet presAssocID="{45714424-C33D-40A5-99FB-D5DB4221983F}" presName="linComp" presStyleCnt="0"/>
      <dgm:spPr/>
    </dgm:pt>
    <dgm:pt modelId="{BBB11E5A-D0D9-4624-AAB2-C52E8FEF8465}" type="pres">
      <dgm:prSet presAssocID="{68A07F80-75B4-44BE-B446-8F855CBF31BD}" presName="compNode" presStyleCnt="0"/>
      <dgm:spPr/>
    </dgm:pt>
    <dgm:pt modelId="{464C201B-9E09-43CE-AA9B-3C8C9AECB398}" type="pres">
      <dgm:prSet presAssocID="{68A07F80-75B4-44BE-B446-8F855CBF31BD}" presName="bkgdShape" presStyleLbl="node1" presStyleIdx="0" presStyleCnt="3"/>
      <dgm:spPr/>
    </dgm:pt>
    <dgm:pt modelId="{8AB106AF-E2B3-47EC-912F-BC346222FE4C}" type="pres">
      <dgm:prSet presAssocID="{68A07F80-75B4-44BE-B446-8F855CBF31BD}" presName="nodeTx" presStyleLbl="node1" presStyleIdx="0" presStyleCnt="3">
        <dgm:presLayoutVars>
          <dgm:bulletEnabled val="1"/>
        </dgm:presLayoutVars>
      </dgm:prSet>
      <dgm:spPr/>
    </dgm:pt>
    <dgm:pt modelId="{86AE1E10-8532-4737-ADEE-E0EBEA2532B0}" type="pres">
      <dgm:prSet presAssocID="{68A07F80-75B4-44BE-B446-8F855CBF31BD}" presName="invisiNode" presStyleLbl="node1" presStyleIdx="0" presStyleCnt="3"/>
      <dgm:spPr/>
    </dgm:pt>
    <dgm:pt modelId="{9B28A955-5723-48A1-9632-7ED85CB39A69}" type="pres">
      <dgm:prSet presAssocID="{68A07F80-75B4-44BE-B446-8F855CBF31BD}" presName="imagNode" presStyleLbl="fgImgPlace1" presStyleIdx="0" presStyleCnt="3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</dgm:pt>
    <dgm:pt modelId="{D0A9FBA8-756B-48D7-99DE-DAF716013467}" type="pres">
      <dgm:prSet presAssocID="{01F678A5-C9C5-4173-895D-B4D04C0470AD}" presName="sibTrans" presStyleLbl="sibTrans2D1" presStyleIdx="0" presStyleCnt="0"/>
      <dgm:spPr/>
    </dgm:pt>
    <dgm:pt modelId="{A5BFC7FF-4239-4C23-928B-C865F291A846}" type="pres">
      <dgm:prSet presAssocID="{66C661CA-9466-489D-85A0-DFF85E1F53CC}" presName="compNode" presStyleCnt="0"/>
      <dgm:spPr/>
    </dgm:pt>
    <dgm:pt modelId="{C6331D0D-1511-4475-B4FB-965272501771}" type="pres">
      <dgm:prSet presAssocID="{66C661CA-9466-489D-85A0-DFF85E1F53CC}" presName="bkgdShape" presStyleLbl="node1" presStyleIdx="1" presStyleCnt="3"/>
      <dgm:spPr/>
    </dgm:pt>
    <dgm:pt modelId="{448EF0BC-AF23-4A41-B23C-B5C806CC3EB3}" type="pres">
      <dgm:prSet presAssocID="{66C661CA-9466-489D-85A0-DFF85E1F53CC}" presName="nodeTx" presStyleLbl="node1" presStyleIdx="1" presStyleCnt="3">
        <dgm:presLayoutVars>
          <dgm:bulletEnabled val="1"/>
        </dgm:presLayoutVars>
      </dgm:prSet>
      <dgm:spPr/>
    </dgm:pt>
    <dgm:pt modelId="{91941B0E-81D0-4B60-A28F-68E7E9C0F8C1}" type="pres">
      <dgm:prSet presAssocID="{66C661CA-9466-489D-85A0-DFF85E1F53CC}" presName="invisiNode" presStyleLbl="node1" presStyleIdx="1" presStyleCnt="3"/>
      <dgm:spPr/>
    </dgm:pt>
    <dgm:pt modelId="{4B041B37-4FA7-4E5B-8026-377268D3BE1E}" type="pres">
      <dgm:prSet presAssocID="{66C661CA-9466-489D-85A0-DFF85E1F53CC}" presName="imagNode" presStyleLbl="fgImgPlace1" presStyleIdx="1" presStyleCnt="3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</dgm:pt>
    <dgm:pt modelId="{156585F5-68C4-4C9A-A2D2-7F4C21A88304}" type="pres">
      <dgm:prSet presAssocID="{3A82318C-104A-4017-87D9-F1E4F36A5F1D}" presName="sibTrans" presStyleLbl="sibTrans2D1" presStyleIdx="0" presStyleCnt="0"/>
      <dgm:spPr/>
    </dgm:pt>
    <dgm:pt modelId="{C1BA6AD4-363E-4482-9304-EB72EB465A40}" type="pres">
      <dgm:prSet presAssocID="{5315F911-4A11-46A2-A596-F1687A4EB877}" presName="compNode" presStyleCnt="0"/>
      <dgm:spPr/>
    </dgm:pt>
    <dgm:pt modelId="{C4D85C51-1026-4D62-8E85-48955815F137}" type="pres">
      <dgm:prSet presAssocID="{5315F911-4A11-46A2-A596-F1687A4EB877}" presName="bkgdShape" presStyleLbl="node1" presStyleIdx="2" presStyleCnt="3"/>
      <dgm:spPr/>
    </dgm:pt>
    <dgm:pt modelId="{256F5559-597F-4183-992B-CF1BFCDD019E}" type="pres">
      <dgm:prSet presAssocID="{5315F911-4A11-46A2-A596-F1687A4EB877}" presName="nodeTx" presStyleLbl="node1" presStyleIdx="2" presStyleCnt="3">
        <dgm:presLayoutVars>
          <dgm:bulletEnabled val="1"/>
        </dgm:presLayoutVars>
      </dgm:prSet>
      <dgm:spPr/>
    </dgm:pt>
    <dgm:pt modelId="{362748F6-E791-4927-9A54-66AF28B30B34}" type="pres">
      <dgm:prSet presAssocID="{5315F911-4A11-46A2-A596-F1687A4EB877}" presName="invisiNode" presStyleLbl="node1" presStyleIdx="2" presStyleCnt="3"/>
      <dgm:spPr/>
    </dgm:pt>
    <dgm:pt modelId="{F5AF8954-450D-4863-95BB-C918E95C1E57}" type="pres">
      <dgm:prSet presAssocID="{5315F911-4A11-46A2-A596-F1687A4EB877}" presName="imagNode" presStyleLbl="fgImgPlace1" presStyleIdx="2" presStyleCnt="3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</dgm:pt>
  </dgm:ptLst>
  <dgm:cxnLst>
    <dgm:cxn modelId="{6EBE452B-BAAF-4444-A488-C6E61DAB8B27}" type="presOf" srcId="{3A82318C-104A-4017-87D9-F1E4F36A5F1D}" destId="{156585F5-68C4-4C9A-A2D2-7F4C21A88304}" srcOrd="0" destOrd="0" presId="urn:microsoft.com/office/officeart/2005/8/layout/hList7"/>
    <dgm:cxn modelId="{4AB3A3CB-83C2-44A1-9224-E064E6E91E00}" type="presOf" srcId="{68A07F80-75B4-44BE-B446-8F855CBF31BD}" destId="{8AB106AF-E2B3-47EC-912F-BC346222FE4C}" srcOrd="1" destOrd="0" presId="urn:microsoft.com/office/officeart/2005/8/layout/hList7"/>
    <dgm:cxn modelId="{2944471D-CE20-4D7A-89E7-8206E488A397}" type="presOf" srcId="{66C661CA-9466-489D-85A0-DFF85E1F53CC}" destId="{C6331D0D-1511-4475-B4FB-965272501771}" srcOrd="0" destOrd="0" presId="urn:microsoft.com/office/officeart/2005/8/layout/hList7"/>
    <dgm:cxn modelId="{8167EECA-B5FF-406E-91BE-B3C3A5FC090C}" type="presOf" srcId="{01F678A5-C9C5-4173-895D-B4D04C0470AD}" destId="{D0A9FBA8-756B-48D7-99DE-DAF716013467}" srcOrd="0" destOrd="0" presId="urn:microsoft.com/office/officeart/2005/8/layout/hList7"/>
    <dgm:cxn modelId="{270B0B2B-FE45-41FB-AD63-2F074A408711}" srcId="{45714424-C33D-40A5-99FB-D5DB4221983F}" destId="{5315F911-4A11-46A2-A596-F1687A4EB877}" srcOrd="2" destOrd="0" parTransId="{CF7F193B-E7BC-49BF-AEAE-5A0C9A463353}" sibTransId="{BF2B0D23-4C3A-4270-9ABA-D4FA9E36CAF7}"/>
    <dgm:cxn modelId="{C54EF960-87C1-4979-B791-68A06211691B}" type="presOf" srcId="{5315F911-4A11-46A2-A596-F1687A4EB877}" destId="{C4D85C51-1026-4D62-8E85-48955815F137}" srcOrd="0" destOrd="0" presId="urn:microsoft.com/office/officeart/2005/8/layout/hList7"/>
    <dgm:cxn modelId="{6C63446E-65B9-47DA-B624-28BEE6522956}" type="presOf" srcId="{68A07F80-75B4-44BE-B446-8F855CBF31BD}" destId="{464C201B-9E09-43CE-AA9B-3C8C9AECB398}" srcOrd="0" destOrd="0" presId="urn:microsoft.com/office/officeart/2005/8/layout/hList7"/>
    <dgm:cxn modelId="{D27F7D77-DB10-4E38-8C49-D7125AA5FA96}" type="presOf" srcId="{45714424-C33D-40A5-99FB-D5DB4221983F}" destId="{278EB5F4-3DAC-455A-98F1-F4D20310B215}" srcOrd="0" destOrd="0" presId="urn:microsoft.com/office/officeart/2005/8/layout/hList7"/>
    <dgm:cxn modelId="{15530633-801A-4442-9F8B-BD8FF84C0B1D}" srcId="{45714424-C33D-40A5-99FB-D5DB4221983F}" destId="{68A07F80-75B4-44BE-B446-8F855CBF31BD}" srcOrd="0" destOrd="0" parTransId="{19C45344-E71F-479D-B758-D47786EF889F}" sibTransId="{01F678A5-C9C5-4173-895D-B4D04C0470AD}"/>
    <dgm:cxn modelId="{4087575D-560C-4E41-AE65-F06F9186123E}" srcId="{45714424-C33D-40A5-99FB-D5DB4221983F}" destId="{66C661CA-9466-489D-85A0-DFF85E1F53CC}" srcOrd="1" destOrd="0" parTransId="{1B076D08-EA99-4E52-9363-7CD271638C37}" sibTransId="{3A82318C-104A-4017-87D9-F1E4F36A5F1D}"/>
    <dgm:cxn modelId="{21028CE1-A61F-44FF-8B6E-21F60BC806AA}" type="presOf" srcId="{5315F911-4A11-46A2-A596-F1687A4EB877}" destId="{256F5559-597F-4183-992B-CF1BFCDD019E}" srcOrd="1" destOrd="0" presId="urn:microsoft.com/office/officeart/2005/8/layout/hList7"/>
    <dgm:cxn modelId="{A63DB00D-4EE3-41E9-AC52-33067FD93BAC}" type="presOf" srcId="{66C661CA-9466-489D-85A0-DFF85E1F53CC}" destId="{448EF0BC-AF23-4A41-B23C-B5C806CC3EB3}" srcOrd="1" destOrd="0" presId="urn:microsoft.com/office/officeart/2005/8/layout/hList7"/>
    <dgm:cxn modelId="{217C4286-52C4-4E6A-A1C8-A004A83FD102}" type="presParOf" srcId="{278EB5F4-3DAC-455A-98F1-F4D20310B215}" destId="{0CE722E5-CF9B-44E8-A86C-88782548CD92}" srcOrd="0" destOrd="0" presId="urn:microsoft.com/office/officeart/2005/8/layout/hList7"/>
    <dgm:cxn modelId="{181C95AD-9FD1-4660-AD38-DEB4E9BB16E5}" type="presParOf" srcId="{278EB5F4-3DAC-455A-98F1-F4D20310B215}" destId="{EA44FD41-D36A-43F0-9A6C-5F5D83F392E4}" srcOrd="1" destOrd="0" presId="urn:microsoft.com/office/officeart/2005/8/layout/hList7"/>
    <dgm:cxn modelId="{D5336E7B-115D-41DC-90AF-C1B6A5D8CB49}" type="presParOf" srcId="{EA44FD41-D36A-43F0-9A6C-5F5D83F392E4}" destId="{BBB11E5A-D0D9-4624-AAB2-C52E8FEF8465}" srcOrd="0" destOrd="0" presId="urn:microsoft.com/office/officeart/2005/8/layout/hList7"/>
    <dgm:cxn modelId="{1054227E-1726-47AD-8ACF-BC7DFA36D823}" type="presParOf" srcId="{BBB11E5A-D0D9-4624-AAB2-C52E8FEF8465}" destId="{464C201B-9E09-43CE-AA9B-3C8C9AECB398}" srcOrd="0" destOrd="0" presId="urn:microsoft.com/office/officeart/2005/8/layout/hList7"/>
    <dgm:cxn modelId="{9A5B93A1-25B0-49CF-803C-69D5F476115F}" type="presParOf" srcId="{BBB11E5A-D0D9-4624-AAB2-C52E8FEF8465}" destId="{8AB106AF-E2B3-47EC-912F-BC346222FE4C}" srcOrd="1" destOrd="0" presId="urn:microsoft.com/office/officeart/2005/8/layout/hList7"/>
    <dgm:cxn modelId="{01A41E50-DC0D-4B84-A373-429C06FABA2B}" type="presParOf" srcId="{BBB11E5A-D0D9-4624-AAB2-C52E8FEF8465}" destId="{86AE1E10-8532-4737-ADEE-E0EBEA2532B0}" srcOrd="2" destOrd="0" presId="urn:microsoft.com/office/officeart/2005/8/layout/hList7"/>
    <dgm:cxn modelId="{28F282B9-E37E-4253-9182-4D0969B2944A}" type="presParOf" srcId="{BBB11E5A-D0D9-4624-AAB2-C52E8FEF8465}" destId="{9B28A955-5723-48A1-9632-7ED85CB39A69}" srcOrd="3" destOrd="0" presId="urn:microsoft.com/office/officeart/2005/8/layout/hList7"/>
    <dgm:cxn modelId="{914CF8FD-FE47-424C-9040-F98A8454CA58}" type="presParOf" srcId="{EA44FD41-D36A-43F0-9A6C-5F5D83F392E4}" destId="{D0A9FBA8-756B-48D7-99DE-DAF716013467}" srcOrd="1" destOrd="0" presId="urn:microsoft.com/office/officeart/2005/8/layout/hList7"/>
    <dgm:cxn modelId="{8D5D12A0-11BB-4CAC-B89A-4AD0983B9992}" type="presParOf" srcId="{EA44FD41-D36A-43F0-9A6C-5F5D83F392E4}" destId="{A5BFC7FF-4239-4C23-928B-C865F291A846}" srcOrd="2" destOrd="0" presId="urn:microsoft.com/office/officeart/2005/8/layout/hList7"/>
    <dgm:cxn modelId="{4BF1ED91-CC3B-4244-AF5C-575B6FEA3EA1}" type="presParOf" srcId="{A5BFC7FF-4239-4C23-928B-C865F291A846}" destId="{C6331D0D-1511-4475-B4FB-965272501771}" srcOrd="0" destOrd="0" presId="urn:microsoft.com/office/officeart/2005/8/layout/hList7"/>
    <dgm:cxn modelId="{B69297BE-12A8-4F69-A4FF-8AB7B07851E3}" type="presParOf" srcId="{A5BFC7FF-4239-4C23-928B-C865F291A846}" destId="{448EF0BC-AF23-4A41-B23C-B5C806CC3EB3}" srcOrd="1" destOrd="0" presId="urn:microsoft.com/office/officeart/2005/8/layout/hList7"/>
    <dgm:cxn modelId="{32DC95E4-825F-47A4-9D60-4842D747BDCF}" type="presParOf" srcId="{A5BFC7FF-4239-4C23-928B-C865F291A846}" destId="{91941B0E-81D0-4B60-A28F-68E7E9C0F8C1}" srcOrd="2" destOrd="0" presId="urn:microsoft.com/office/officeart/2005/8/layout/hList7"/>
    <dgm:cxn modelId="{FDA0AB43-C95A-44A6-B9B5-40DB0C05540F}" type="presParOf" srcId="{A5BFC7FF-4239-4C23-928B-C865F291A846}" destId="{4B041B37-4FA7-4E5B-8026-377268D3BE1E}" srcOrd="3" destOrd="0" presId="urn:microsoft.com/office/officeart/2005/8/layout/hList7"/>
    <dgm:cxn modelId="{53FA7AA2-F85C-4DDB-B089-E08338A46737}" type="presParOf" srcId="{EA44FD41-D36A-43F0-9A6C-5F5D83F392E4}" destId="{156585F5-68C4-4C9A-A2D2-7F4C21A88304}" srcOrd="3" destOrd="0" presId="urn:microsoft.com/office/officeart/2005/8/layout/hList7"/>
    <dgm:cxn modelId="{4F2D5FE5-1959-4AE8-9A6F-9BFABB8B4065}" type="presParOf" srcId="{EA44FD41-D36A-43F0-9A6C-5F5D83F392E4}" destId="{C1BA6AD4-363E-4482-9304-EB72EB465A40}" srcOrd="4" destOrd="0" presId="urn:microsoft.com/office/officeart/2005/8/layout/hList7"/>
    <dgm:cxn modelId="{09229A00-46D6-4B37-AA6A-2FDA8862CEF2}" type="presParOf" srcId="{C1BA6AD4-363E-4482-9304-EB72EB465A40}" destId="{C4D85C51-1026-4D62-8E85-48955815F137}" srcOrd="0" destOrd="0" presId="urn:microsoft.com/office/officeart/2005/8/layout/hList7"/>
    <dgm:cxn modelId="{F7ED2B0C-F127-4A18-B350-168842B26027}" type="presParOf" srcId="{C1BA6AD4-363E-4482-9304-EB72EB465A40}" destId="{256F5559-597F-4183-992B-CF1BFCDD019E}" srcOrd="1" destOrd="0" presId="urn:microsoft.com/office/officeart/2005/8/layout/hList7"/>
    <dgm:cxn modelId="{7754B424-DB6B-4B91-9995-00BF7F4C1053}" type="presParOf" srcId="{C1BA6AD4-363E-4482-9304-EB72EB465A40}" destId="{362748F6-E791-4927-9A54-66AF28B30B34}" srcOrd="2" destOrd="0" presId="urn:microsoft.com/office/officeart/2005/8/layout/hList7"/>
    <dgm:cxn modelId="{89ACE60A-B5C7-4CCF-A068-1B55CE5C2E10}" type="presParOf" srcId="{C1BA6AD4-363E-4482-9304-EB72EB465A40}" destId="{F5AF8954-450D-4863-95BB-C918E95C1E57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2DCB989-65BD-4207-BD9A-E5C1732343FA}" type="doc">
      <dgm:prSet loTypeId="urn:microsoft.com/office/officeart/2005/8/layout/vList2" loCatId="list" qsTypeId="urn:microsoft.com/office/officeart/2005/8/quickstyle/3d7" qsCatId="3D" csTypeId="urn:microsoft.com/office/officeart/2005/8/colors/colorful3" csCatId="colorful"/>
      <dgm:spPr/>
      <dgm:t>
        <a:bodyPr/>
        <a:lstStyle/>
        <a:p>
          <a:endParaRPr lang="en-US"/>
        </a:p>
      </dgm:t>
    </dgm:pt>
    <dgm:pt modelId="{02693FF1-1FF7-41B3-99AD-9864B342F621}">
      <dgm:prSet/>
      <dgm:spPr/>
      <dgm:t>
        <a:bodyPr/>
        <a:lstStyle/>
        <a:p>
          <a:pPr rtl="0"/>
          <a:r>
            <a:rPr lang="en-GB" smtClean="0"/>
            <a:t>Author information</a:t>
          </a:r>
          <a:endParaRPr lang="en-GB"/>
        </a:p>
      </dgm:t>
    </dgm:pt>
    <dgm:pt modelId="{FD41BB02-A06D-4120-88B1-DE763345EED4}" type="parTrans" cxnId="{0BEF561C-4951-497B-8015-6162C9CDA2C7}">
      <dgm:prSet/>
      <dgm:spPr/>
      <dgm:t>
        <a:bodyPr/>
        <a:lstStyle/>
        <a:p>
          <a:endParaRPr lang="en-US"/>
        </a:p>
      </dgm:t>
    </dgm:pt>
    <dgm:pt modelId="{C1456C8A-58C1-4DCB-B30E-8CC7E479605A}" type="sibTrans" cxnId="{0BEF561C-4951-497B-8015-6162C9CDA2C7}">
      <dgm:prSet/>
      <dgm:spPr/>
      <dgm:t>
        <a:bodyPr/>
        <a:lstStyle/>
        <a:p>
          <a:endParaRPr lang="en-US"/>
        </a:p>
      </dgm:t>
    </dgm:pt>
    <dgm:pt modelId="{6F4E252E-D8C5-4021-A466-A4C08EA66C6A}" type="pres">
      <dgm:prSet presAssocID="{22DCB989-65BD-4207-BD9A-E5C1732343FA}" presName="linear" presStyleCnt="0">
        <dgm:presLayoutVars>
          <dgm:animLvl val="lvl"/>
          <dgm:resizeHandles val="exact"/>
        </dgm:presLayoutVars>
      </dgm:prSet>
      <dgm:spPr/>
    </dgm:pt>
    <dgm:pt modelId="{CCC0755D-EC93-46A0-B2FA-1B762C5150D1}" type="pres">
      <dgm:prSet presAssocID="{02693FF1-1FF7-41B3-99AD-9864B342F62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BEF561C-4951-497B-8015-6162C9CDA2C7}" srcId="{22DCB989-65BD-4207-BD9A-E5C1732343FA}" destId="{02693FF1-1FF7-41B3-99AD-9864B342F621}" srcOrd="0" destOrd="0" parTransId="{FD41BB02-A06D-4120-88B1-DE763345EED4}" sibTransId="{C1456C8A-58C1-4DCB-B30E-8CC7E479605A}"/>
    <dgm:cxn modelId="{66F2E58B-131A-4762-8240-007D74BBD676}" type="presOf" srcId="{02693FF1-1FF7-41B3-99AD-9864B342F621}" destId="{CCC0755D-EC93-46A0-B2FA-1B762C5150D1}" srcOrd="0" destOrd="0" presId="urn:microsoft.com/office/officeart/2005/8/layout/vList2"/>
    <dgm:cxn modelId="{58549084-B7E8-430D-9983-021BD1C27494}" type="presOf" srcId="{22DCB989-65BD-4207-BD9A-E5C1732343FA}" destId="{6F4E252E-D8C5-4021-A466-A4C08EA66C6A}" srcOrd="0" destOrd="0" presId="urn:microsoft.com/office/officeart/2005/8/layout/vList2"/>
    <dgm:cxn modelId="{805460C3-1AFE-4FAF-908F-5ABBCE758CFB}" type="presParOf" srcId="{6F4E252E-D8C5-4021-A466-A4C08EA66C6A}" destId="{CCC0755D-EC93-46A0-B2FA-1B762C5150D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D44333E-1C46-408B-9EE1-EFB0CFA94207}" type="doc">
      <dgm:prSet loTypeId="urn:microsoft.com/office/officeart/2005/8/layout/vList2" loCatId="list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5336FDE-559A-43F8-B0C3-FFCADDECE861}">
      <dgm:prSet/>
      <dgm:spPr/>
      <dgm:t>
        <a:bodyPr/>
        <a:lstStyle/>
        <a:p>
          <a:pPr rtl="0"/>
          <a:r>
            <a:rPr lang="en-GB" smtClean="0"/>
            <a:t>Dealing with referee/editorial comments</a:t>
          </a:r>
          <a:endParaRPr lang="en-GB"/>
        </a:p>
      </dgm:t>
    </dgm:pt>
    <dgm:pt modelId="{D8F47CC8-AA71-40F3-815A-DF20D2A3174F}" type="parTrans" cxnId="{65822F8B-3BC7-48F6-A248-467DF4191A6B}">
      <dgm:prSet/>
      <dgm:spPr/>
      <dgm:t>
        <a:bodyPr/>
        <a:lstStyle/>
        <a:p>
          <a:endParaRPr lang="en-US"/>
        </a:p>
      </dgm:t>
    </dgm:pt>
    <dgm:pt modelId="{9DD3EE4F-55A2-43C8-B3FC-727651B41ACB}" type="sibTrans" cxnId="{65822F8B-3BC7-48F6-A248-467DF4191A6B}">
      <dgm:prSet/>
      <dgm:spPr/>
      <dgm:t>
        <a:bodyPr/>
        <a:lstStyle/>
        <a:p>
          <a:endParaRPr lang="en-US"/>
        </a:p>
      </dgm:t>
    </dgm:pt>
    <dgm:pt modelId="{BEE2119C-F5A5-4FB2-8DA6-C2E2DA69D8D4}" type="pres">
      <dgm:prSet presAssocID="{FD44333E-1C46-408B-9EE1-EFB0CFA94207}" presName="linear" presStyleCnt="0">
        <dgm:presLayoutVars>
          <dgm:animLvl val="lvl"/>
          <dgm:resizeHandles val="exact"/>
        </dgm:presLayoutVars>
      </dgm:prSet>
      <dgm:spPr/>
    </dgm:pt>
    <dgm:pt modelId="{E8E7BAFF-C05B-45C8-BC74-86681433AF90}" type="pres">
      <dgm:prSet presAssocID="{B5336FDE-559A-43F8-B0C3-FFCADDECE86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7A05FFD-4F48-4782-BDC6-56D7BE307EDA}" type="presOf" srcId="{FD44333E-1C46-408B-9EE1-EFB0CFA94207}" destId="{BEE2119C-F5A5-4FB2-8DA6-C2E2DA69D8D4}" srcOrd="0" destOrd="0" presId="urn:microsoft.com/office/officeart/2005/8/layout/vList2"/>
    <dgm:cxn modelId="{65822F8B-3BC7-48F6-A248-467DF4191A6B}" srcId="{FD44333E-1C46-408B-9EE1-EFB0CFA94207}" destId="{B5336FDE-559A-43F8-B0C3-FFCADDECE861}" srcOrd="0" destOrd="0" parTransId="{D8F47CC8-AA71-40F3-815A-DF20D2A3174F}" sibTransId="{9DD3EE4F-55A2-43C8-B3FC-727651B41ACB}"/>
    <dgm:cxn modelId="{EA694398-8B48-40A0-A56B-4921D9AC1C3C}" type="presOf" srcId="{B5336FDE-559A-43F8-B0C3-FFCADDECE861}" destId="{E8E7BAFF-C05B-45C8-BC74-86681433AF90}" srcOrd="0" destOrd="0" presId="urn:microsoft.com/office/officeart/2005/8/layout/vList2"/>
    <dgm:cxn modelId="{019E86B6-6E5B-4CF5-AFC5-3655F9849B91}" type="presParOf" srcId="{BEE2119C-F5A5-4FB2-8DA6-C2E2DA69D8D4}" destId="{E8E7BAFF-C05B-45C8-BC74-86681433AF9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121B62F-1D5A-4722-A775-9AFF040F9427}" type="doc">
      <dgm:prSet loTypeId="urn:microsoft.com/office/officeart/2005/8/layout/hList7" loCatId="list" qsTypeId="urn:microsoft.com/office/officeart/2005/8/quickstyle/3d4" qsCatId="3D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C090F7B-CBC9-41D1-99C2-03CA506AACB7}">
      <dgm:prSet/>
      <dgm:spPr/>
      <dgm:t>
        <a:bodyPr/>
        <a:lstStyle/>
        <a:p>
          <a:pPr rtl="0"/>
          <a:r>
            <a:rPr lang="en-GB" smtClean="0"/>
            <a:t>Address everything.</a:t>
          </a:r>
          <a:endParaRPr lang="en-GB"/>
        </a:p>
      </dgm:t>
    </dgm:pt>
    <dgm:pt modelId="{70E493B4-0ACD-4CB3-B99D-230983B33B1C}" type="parTrans" cxnId="{2FDBAE41-0645-40F1-859F-B8837DF5E6E9}">
      <dgm:prSet/>
      <dgm:spPr/>
      <dgm:t>
        <a:bodyPr/>
        <a:lstStyle/>
        <a:p>
          <a:endParaRPr lang="en-US"/>
        </a:p>
      </dgm:t>
    </dgm:pt>
    <dgm:pt modelId="{66B1E3A7-E7E7-4A17-BE34-1ED0F9CAD339}" type="sibTrans" cxnId="{2FDBAE41-0645-40F1-859F-B8837DF5E6E9}">
      <dgm:prSet/>
      <dgm:spPr/>
      <dgm:t>
        <a:bodyPr/>
        <a:lstStyle/>
        <a:p>
          <a:endParaRPr lang="en-US"/>
        </a:p>
      </dgm:t>
    </dgm:pt>
    <dgm:pt modelId="{265EB106-7054-425F-BA0B-D29219DA5CE5}">
      <dgm:prSet/>
      <dgm:spPr/>
      <dgm:t>
        <a:bodyPr/>
        <a:lstStyle/>
        <a:p>
          <a:pPr rtl="0"/>
          <a:r>
            <a:rPr lang="en-GB" smtClean="0"/>
            <a:t>Don’t get mad – get even.</a:t>
          </a:r>
          <a:endParaRPr lang="en-GB"/>
        </a:p>
      </dgm:t>
    </dgm:pt>
    <dgm:pt modelId="{A7394D44-24D9-4FF5-BB6D-E4B5A0B0ABEC}" type="parTrans" cxnId="{569076E6-2A69-468F-805C-BFC4E62E6BA5}">
      <dgm:prSet/>
      <dgm:spPr/>
      <dgm:t>
        <a:bodyPr/>
        <a:lstStyle/>
        <a:p>
          <a:endParaRPr lang="en-US"/>
        </a:p>
      </dgm:t>
    </dgm:pt>
    <dgm:pt modelId="{E88C0A1E-C989-4364-9E78-3ED37AEF51E4}" type="sibTrans" cxnId="{569076E6-2A69-468F-805C-BFC4E62E6BA5}">
      <dgm:prSet/>
      <dgm:spPr/>
      <dgm:t>
        <a:bodyPr/>
        <a:lstStyle/>
        <a:p>
          <a:endParaRPr lang="en-US"/>
        </a:p>
      </dgm:t>
    </dgm:pt>
    <dgm:pt modelId="{845255A7-B635-432C-BF06-CE95EBFC4A00}">
      <dgm:prSet/>
      <dgm:spPr/>
      <dgm:t>
        <a:bodyPr/>
        <a:lstStyle/>
        <a:p>
          <a:pPr rtl="0"/>
          <a:r>
            <a:rPr lang="en-GB" smtClean="0"/>
            <a:t>Accept suggestions if you reasonably can.</a:t>
          </a:r>
          <a:endParaRPr lang="en-GB"/>
        </a:p>
      </dgm:t>
    </dgm:pt>
    <dgm:pt modelId="{54B75350-FEF0-4722-B3BC-8A61C4BA4BD4}" type="parTrans" cxnId="{5F7D471E-AE67-4EDD-87B2-FB165545F941}">
      <dgm:prSet/>
      <dgm:spPr/>
      <dgm:t>
        <a:bodyPr/>
        <a:lstStyle/>
        <a:p>
          <a:endParaRPr lang="en-US"/>
        </a:p>
      </dgm:t>
    </dgm:pt>
    <dgm:pt modelId="{7459C44A-42A5-4C4A-835A-85D4A7574AA9}" type="sibTrans" cxnId="{5F7D471E-AE67-4EDD-87B2-FB165545F941}">
      <dgm:prSet/>
      <dgm:spPr/>
      <dgm:t>
        <a:bodyPr/>
        <a:lstStyle/>
        <a:p>
          <a:endParaRPr lang="en-US"/>
        </a:p>
      </dgm:t>
    </dgm:pt>
    <dgm:pt modelId="{8293A25F-E5AD-44F9-92B1-3B19FC0006CC}">
      <dgm:prSet/>
      <dgm:spPr/>
      <dgm:t>
        <a:bodyPr/>
        <a:lstStyle/>
        <a:p>
          <a:pPr rtl="0"/>
          <a:r>
            <a:rPr lang="en-GB" smtClean="0"/>
            <a:t>But don’t give hostages to fortune.</a:t>
          </a:r>
          <a:endParaRPr lang="en-GB"/>
        </a:p>
      </dgm:t>
    </dgm:pt>
    <dgm:pt modelId="{93EF23AC-C131-4507-B066-2585BF2D9536}" type="parTrans" cxnId="{A2F887DB-F0B5-4120-A746-1BBADB52E8C5}">
      <dgm:prSet/>
      <dgm:spPr/>
      <dgm:t>
        <a:bodyPr/>
        <a:lstStyle/>
        <a:p>
          <a:endParaRPr lang="en-US"/>
        </a:p>
      </dgm:t>
    </dgm:pt>
    <dgm:pt modelId="{03FF94DF-8414-4C38-B69E-3232EB731E75}" type="sibTrans" cxnId="{A2F887DB-F0B5-4120-A746-1BBADB52E8C5}">
      <dgm:prSet/>
      <dgm:spPr/>
      <dgm:t>
        <a:bodyPr/>
        <a:lstStyle/>
        <a:p>
          <a:endParaRPr lang="en-US"/>
        </a:p>
      </dgm:t>
    </dgm:pt>
    <dgm:pt modelId="{F548B123-051F-4ED2-A14A-A4C0B1F5C2E7}">
      <dgm:prSet/>
      <dgm:spPr/>
      <dgm:t>
        <a:bodyPr/>
        <a:lstStyle/>
        <a:p>
          <a:pPr rtl="0"/>
          <a:r>
            <a:rPr lang="en-GB" smtClean="0"/>
            <a:t>Try to say “Yes, but” rather than “No”.</a:t>
          </a:r>
          <a:endParaRPr lang="en-GB"/>
        </a:p>
      </dgm:t>
    </dgm:pt>
    <dgm:pt modelId="{F6C7D777-182D-4E75-9108-11241D04DD71}" type="parTrans" cxnId="{5ED24D2E-613F-4AF8-9889-C2C31E575443}">
      <dgm:prSet/>
      <dgm:spPr/>
      <dgm:t>
        <a:bodyPr/>
        <a:lstStyle/>
        <a:p>
          <a:endParaRPr lang="en-US"/>
        </a:p>
      </dgm:t>
    </dgm:pt>
    <dgm:pt modelId="{3370C5E7-D3E6-44EE-A064-1E23E9554709}" type="sibTrans" cxnId="{5ED24D2E-613F-4AF8-9889-C2C31E575443}">
      <dgm:prSet/>
      <dgm:spPr/>
      <dgm:t>
        <a:bodyPr/>
        <a:lstStyle/>
        <a:p>
          <a:endParaRPr lang="en-US"/>
        </a:p>
      </dgm:t>
    </dgm:pt>
    <dgm:pt modelId="{51DC6BE6-7578-445F-B75E-601E8EA12DB2}" type="pres">
      <dgm:prSet presAssocID="{2121B62F-1D5A-4722-A775-9AFF040F9427}" presName="Name0" presStyleCnt="0">
        <dgm:presLayoutVars>
          <dgm:dir/>
          <dgm:resizeHandles val="exact"/>
        </dgm:presLayoutVars>
      </dgm:prSet>
      <dgm:spPr/>
    </dgm:pt>
    <dgm:pt modelId="{D8F81C1F-3052-403F-B487-64B3F55F28EB}" type="pres">
      <dgm:prSet presAssocID="{2121B62F-1D5A-4722-A775-9AFF040F9427}" presName="fgShape" presStyleLbl="fgShp" presStyleIdx="0" presStyleCnt="1"/>
      <dgm:spPr/>
    </dgm:pt>
    <dgm:pt modelId="{4ADFE228-9E2E-4675-8989-4319FE6F16CB}" type="pres">
      <dgm:prSet presAssocID="{2121B62F-1D5A-4722-A775-9AFF040F9427}" presName="linComp" presStyleCnt="0"/>
      <dgm:spPr/>
    </dgm:pt>
    <dgm:pt modelId="{13BACFCF-13F7-4F8D-A23B-699090115CBC}" type="pres">
      <dgm:prSet presAssocID="{5C090F7B-CBC9-41D1-99C2-03CA506AACB7}" presName="compNode" presStyleCnt="0"/>
      <dgm:spPr/>
    </dgm:pt>
    <dgm:pt modelId="{C19F333D-4518-4BC3-8E83-10AC783B6C65}" type="pres">
      <dgm:prSet presAssocID="{5C090F7B-CBC9-41D1-99C2-03CA506AACB7}" presName="bkgdShape" presStyleLbl="node1" presStyleIdx="0" presStyleCnt="5"/>
      <dgm:spPr/>
    </dgm:pt>
    <dgm:pt modelId="{B3B4FDA0-47A4-4A9E-93D0-4632D065725B}" type="pres">
      <dgm:prSet presAssocID="{5C090F7B-CBC9-41D1-99C2-03CA506AACB7}" presName="nodeTx" presStyleLbl="node1" presStyleIdx="0" presStyleCnt="5">
        <dgm:presLayoutVars>
          <dgm:bulletEnabled val="1"/>
        </dgm:presLayoutVars>
      </dgm:prSet>
      <dgm:spPr/>
    </dgm:pt>
    <dgm:pt modelId="{AC7CD571-DB06-4421-88CE-D72EA18EEE32}" type="pres">
      <dgm:prSet presAssocID="{5C090F7B-CBC9-41D1-99C2-03CA506AACB7}" presName="invisiNode" presStyleLbl="node1" presStyleIdx="0" presStyleCnt="5"/>
      <dgm:spPr/>
    </dgm:pt>
    <dgm:pt modelId="{32BE1141-0507-4D25-AA5C-8FE4F049B819}" type="pres">
      <dgm:prSet presAssocID="{5C090F7B-CBC9-41D1-99C2-03CA506AACB7}" presName="imagNode" presStyleLbl="fgImgPlace1" presStyleIdx="0" presStyleCnt="5"/>
      <dgm:spPr>
        <a:blipFill rotWithShape="1"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5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tretch>
            <a:fillRect/>
          </a:stretch>
        </a:blipFill>
      </dgm:spPr>
    </dgm:pt>
    <dgm:pt modelId="{E0EE872C-6A6D-4B08-AE0B-4B1B385663A4}" type="pres">
      <dgm:prSet presAssocID="{66B1E3A7-E7E7-4A17-BE34-1ED0F9CAD339}" presName="sibTrans" presStyleLbl="sibTrans2D1" presStyleIdx="0" presStyleCnt="0"/>
      <dgm:spPr/>
    </dgm:pt>
    <dgm:pt modelId="{58A69C05-96D6-484F-8176-7E781FF36A88}" type="pres">
      <dgm:prSet presAssocID="{265EB106-7054-425F-BA0B-D29219DA5CE5}" presName="compNode" presStyleCnt="0"/>
      <dgm:spPr/>
    </dgm:pt>
    <dgm:pt modelId="{9BAE80F7-322E-43E2-8B24-C6DDDEE23726}" type="pres">
      <dgm:prSet presAssocID="{265EB106-7054-425F-BA0B-D29219DA5CE5}" presName="bkgdShape" presStyleLbl="node1" presStyleIdx="1" presStyleCnt="5"/>
      <dgm:spPr/>
    </dgm:pt>
    <dgm:pt modelId="{1782D05F-50CD-4CF0-81BF-0F1314B0EBC8}" type="pres">
      <dgm:prSet presAssocID="{265EB106-7054-425F-BA0B-D29219DA5CE5}" presName="nodeTx" presStyleLbl="node1" presStyleIdx="1" presStyleCnt="5">
        <dgm:presLayoutVars>
          <dgm:bulletEnabled val="1"/>
        </dgm:presLayoutVars>
      </dgm:prSet>
      <dgm:spPr/>
    </dgm:pt>
    <dgm:pt modelId="{41FCCF41-FA89-40BB-8F2E-C1EEA1D46FAF}" type="pres">
      <dgm:prSet presAssocID="{265EB106-7054-425F-BA0B-D29219DA5CE5}" presName="invisiNode" presStyleLbl="node1" presStyleIdx="1" presStyleCnt="5"/>
      <dgm:spPr/>
    </dgm:pt>
    <dgm:pt modelId="{E365080C-6D9A-4B61-999B-4A0E3E142857}" type="pres">
      <dgm:prSet presAssocID="{265EB106-7054-425F-BA0B-D29219DA5CE5}" presName="imagNode" presStyleLbl="fgImgPlace1" presStyleIdx="1" presStyleCnt="5"/>
      <dgm:spPr>
        <a:blipFill rotWithShape="1">
          <a:blip xmlns:r="http://schemas.openxmlformats.org/officeDocument/2006/relationships" r:embed="rId2">
            <a:duotone>
              <a:schemeClr val="accent5">
                <a:hueOff val="-1847243"/>
                <a:satOff val="-3249"/>
                <a:lumOff val="-418"/>
                <a:alphaOff val="0"/>
                <a:shade val="20000"/>
                <a:satMod val="200000"/>
              </a:schemeClr>
              <a:schemeClr val="accent5">
                <a:hueOff val="-1847243"/>
                <a:satOff val="-3249"/>
                <a:lumOff val="-418"/>
                <a:alphaOff val="0"/>
                <a:tint val="12000"/>
                <a:satMod val="190000"/>
              </a:schemeClr>
            </a:duotone>
          </a:blip>
          <a:stretch>
            <a:fillRect/>
          </a:stretch>
        </a:blipFill>
      </dgm:spPr>
    </dgm:pt>
    <dgm:pt modelId="{987DF012-5D8E-4493-A059-A26262DC745B}" type="pres">
      <dgm:prSet presAssocID="{E88C0A1E-C989-4364-9E78-3ED37AEF51E4}" presName="sibTrans" presStyleLbl="sibTrans2D1" presStyleIdx="0" presStyleCnt="0"/>
      <dgm:spPr/>
    </dgm:pt>
    <dgm:pt modelId="{695F2467-A7AC-4CF8-9D5A-35D0D9EB4EE0}" type="pres">
      <dgm:prSet presAssocID="{845255A7-B635-432C-BF06-CE95EBFC4A00}" presName="compNode" presStyleCnt="0"/>
      <dgm:spPr/>
    </dgm:pt>
    <dgm:pt modelId="{7EA8146F-F75B-4416-96E4-D9F98176F4C6}" type="pres">
      <dgm:prSet presAssocID="{845255A7-B635-432C-BF06-CE95EBFC4A00}" presName="bkgdShape" presStyleLbl="node1" presStyleIdx="2" presStyleCnt="5"/>
      <dgm:spPr/>
    </dgm:pt>
    <dgm:pt modelId="{6A54D2AA-BE39-47C2-B9A2-86FBCE131684}" type="pres">
      <dgm:prSet presAssocID="{845255A7-B635-432C-BF06-CE95EBFC4A00}" presName="nodeTx" presStyleLbl="node1" presStyleIdx="2" presStyleCnt="5">
        <dgm:presLayoutVars>
          <dgm:bulletEnabled val="1"/>
        </dgm:presLayoutVars>
      </dgm:prSet>
      <dgm:spPr/>
    </dgm:pt>
    <dgm:pt modelId="{E9BFA87D-9B62-4DBE-B51C-EDB74B0A535B}" type="pres">
      <dgm:prSet presAssocID="{845255A7-B635-432C-BF06-CE95EBFC4A00}" presName="invisiNode" presStyleLbl="node1" presStyleIdx="2" presStyleCnt="5"/>
      <dgm:spPr/>
    </dgm:pt>
    <dgm:pt modelId="{418D70A8-2DFF-449F-B35E-4B2D8D7D108F}" type="pres">
      <dgm:prSet presAssocID="{845255A7-B635-432C-BF06-CE95EBFC4A00}" presName="imagNode" presStyleLbl="fgImgPlace1" presStyleIdx="2" presStyleCnt="5"/>
      <dgm:spPr>
        <a:blipFill rotWithShape="1">
          <a:blip xmlns:r="http://schemas.openxmlformats.org/officeDocument/2006/relationships" r:embed="rId3">
            <a:duotone>
              <a:schemeClr val="accent5">
                <a:hueOff val="-3694485"/>
                <a:satOff val="-6499"/>
                <a:lumOff val="-836"/>
                <a:alphaOff val="0"/>
                <a:shade val="20000"/>
                <a:satMod val="200000"/>
              </a:schemeClr>
              <a:schemeClr val="accent5">
                <a:hueOff val="-3694485"/>
                <a:satOff val="-6499"/>
                <a:lumOff val="-836"/>
                <a:alphaOff val="0"/>
                <a:tint val="12000"/>
                <a:satMod val="190000"/>
              </a:schemeClr>
            </a:duotone>
          </a:blip>
          <a:stretch>
            <a:fillRect/>
          </a:stretch>
        </a:blipFill>
      </dgm:spPr>
    </dgm:pt>
    <dgm:pt modelId="{786F34B1-9AC9-4312-B3CA-87745746061B}" type="pres">
      <dgm:prSet presAssocID="{7459C44A-42A5-4C4A-835A-85D4A7574AA9}" presName="sibTrans" presStyleLbl="sibTrans2D1" presStyleIdx="0" presStyleCnt="0"/>
      <dgm:spPr/>
    </dgm:pt>
    <dgm:pt modelId="{524030C8-B7B1-4C51-86CE-5E77B277443F}" type="pres">
      <dgm:prSet presAssocID="{8293A25F-E5AD-44F9-92B1-3B19FC0006CC}" presName="compNode" presStyleCnt="0"/>
      <dgm:spPr/>
    </dgm:pt>
    <dgm:pt modelId="{E33A45BF-1A32-4CFB-A3F5-BFF393983CD7}" type="pres">
      <dgm:prSet presAssocID="{8293A25F-E5AD-44F9-92B1-3B19FC0006CC}" presName="bkgdShape" presStyleLbl="node1" presStyleIdx="3" presStyleCnt="5"/>
      <dgm:spPr/>
    </dgm:pt>
    <dgm:pt modelId="{1741B9B9-E708-4E8D-B20E-F970DE10ED8B}" type="pres">
      <dgm:prSet presAssocID="{8293A25F-E5AD-44F9-92B1-3B19FC0006CC}" presName="nodeTx" presStyleLbl="node1" presStyleIdx="3" presStyleCnt="5">
        <dgm:presLayoutVars>
          <dgm:bulletEnabled val="1"/>
        </dgm:presLayoutVars>
      </dgm:prSet>
      <dgm:spPr/>
    </dgm:pt>
    <dgm:pt modelId="{FB2A5BDA-0DF0-46FE-AADC-C9E11ECF04E7}" type="pres">
      <dgm:prSet presAssocID="{8293A25F-E5AD-44F9-92B1-3B19FC0006CC}" presName="invisiNode" presStyleLbl="node1" presStyleIdx="3" presStyleCnt="5"/>
      <dgm:spPr/>
    </dgm:pt>
    <dgm:pt modelId="{D4278DA7-C87C-469F-A8E0-FC57D4545315}" type="pres">
      <dgm:prSet presAssocID="{8293A25F-E5AD-44F9-92B1-3B19FC0006CC}" presName="imagNode" presStyleLbl="fgImgPlace1" presStyleIdx="3" presStyleCnt="5"/>
      <dgm:spPr>
        <a:blipFill rotWithShape="1">
          <a:blip xmlns:r="http://schemas.openxmlformats.org/officeDocument/2006/relationships" r:embed="rId4">
            <a:duotone>
              <a:schemeClr val="accent5">
                <a:hueOff val="-5541728"/>
                <a:satOff val="-9748"/>
                <a:lumOff val="-1254"/>
                <a:alphaOff val="0"/>
                <a:shade val="20000"/>
                <a:satMod val="200000"/>
              </a:schemeClr>
              <a:schemeClr val="accent5">
                <a:hueOff val="-5541728"/>
                <a:satOff val="-9748"/>
                <a:lumOff val="-1254"/>
                <a:alphaOff val="0"/>
                <a:tint val="12000"/>
                <a:satMod val="190000"/>
              </a:schemeClr>
            </a:duotone>
          </a:blip>
          <a:stretch>
            <a:fillRect/>
          </a:stretch>
        </a:blipFill>
      </dgm:spPr>
    </dgm:pt>
    <dgm:pt modelId="{ECD20CCA-3FC5-45C7-9A14-F8ED14F7717C}" type="pres">
      <dgm:prSet presAssocID="{03FF94DF-8414-4C38-B69E-3232EB731E75}" presName="sibTrans" presStyleLbl="sibTrans2D1" presStyleIdx="0" presStyleCnt="0"/>
      <dgm:spPr/>
    </dgm:pt>
    <dgm:pt modelId="{01D7FEAF-73A5-4478-A451-28D2A1B52C53}" type="pres">
      <dgm:prSet presAssocID="{F548B123-051F-4ED2-A14A-A4C0B1F5C2E7}" presName="compNode" presStyleCnt="0"/>
      <dgm:spPr/>
    </dgm:pt>
    <dgm:pt modelId="{096788C4-704E-479B-A069-7DF594A20B21}" type="pres">
      <dgm:prSet presAssocID="{F548B123-051F-4ED2-A14A-A4C0B1F5C2E7}" presName="bkgdShape" presStyleLbl="node1" presStyleIdx="4" presStyleCnt="5"/>
      <dgm:spPr/>
    </dgm:pt>
    <dgm:pt modelId="{55F4F76E-70E5-4B98-89E6-146AC3500122}" type="pres">
      <dgm:prSet presAssocID="{F548B123-051F-4ED2-A14A-A4C0B1F5C2E7}" presName="nodeTx" presStyleLbl="node1" presStyleIdx="4" presStyleCnt="5">
        <dgm:presLayoutVars>
          <dgm:bulletEnabled val="1"/>
        </dgm:presLayoutVars>
      </dgm:prSet>
      <dgm:spPr/>
    </dgm:pt>
    <dgm:pt modelId="{B497A262-9360-4E9D-A2FD-A66F67DD887B}" type="pres">
      <dgm:prSet presAssocID="{F548B123-051F-4ED2-A14A-A4C0B1F5C2E7}" presName="invisiNode" presStyleLbl="node1" presStyleIdx="4" presStyleCnt="5"/>
      <dgm:spPr/>
    </dgm:pt>
    <dgm:pt modelId="{2CD0D990-FFDC-4478-B861-004E26864D90}" type="pres">
      <dgm:prSet presAssocID="{F548B123-051F-4ED2-A14A-A4C0B1F5C2E7}" presName="imagNode" presStyleLbl="fgImgPlace1" presStyleIdx="4" presStyleCnt="5"/>
      <dgm:spPr>
        <a:blipFill rotWithShape="1">
          <a:blip xmlns:r="http://schemas.openxmlformats.org/officeDocument/2006/relationships" r:embed="rId5">
            <a:duotone>
              <a:schemeClr val="accent5">
                <a:hueOff val="-7388970"/>
                <a:satOff val="-12997"/>
                <a:lumOff val="-1672"/>
                <a:alphaOff val="0"/>
                <a:shade val="20000"/>
                <a:satMod val="200000"/>
              </a:schemeClr>
              <a:schemeClr val="accent5">
                <a:hueOff val="-7388970"/>
                <a:satOff val="-12997"/>
                <a:lumOff val="-1672"/>
                <a:alphaOff val="0"/>
                <a:tint val="12000"/>
                <a:satMod val="190000"/>
              </a:schemeClr>
            </a:duotone>
          </a:blip>
          <a:stretch>
            <a:fillRect/>
          </a:stretch>
        </a:blipFill>
      </dgm:spPr>
    </dgm:pt>
  </dgm:ptLst>
  <dgm:cxnLst>
    <dgm:cxn modelId="{569076E6-2A69-468F-805C-BFC4E62E6BA5}" srcId="{2121B62F-1D5A-4722-A775-9AFF040F9427}" destId="{265EB106-7054-425F-BA0B-D29219DA5CE5}" srcOrd="1" destOrd="0" parTransId="{A7394D44-24D9-4FF5-BB6D-E4B5A0B0ABEC}" sibTransId="{E88C0A1E-C989-4364-9E78-3ED37AEF51E4}"/>
    <dgm:cxn modelId="{0E00C948-F199-4207-B0FB-FCBD89431B6F}" type="presOf" srcId="{F548B123-051F-4ED2-A14A-A4C0B1F5C2E7}" destId="{55F4F76E-70E5-4B98-89E6-146AC3500122}" srcOrd="1" destOrd="0" presId="urn:microsoft.com/office/officeart/2005/8/layout/hList7"/>
    <dgm:cxn modelId="{3903F3ED-C139-4372-B334-C292ECAC30D9}" type="presOf" srcId="{2121B62F-1D5A-4722-A775-9AFF040F9427}" destId="{51DC6BE6-7578-445F-B75E-601E8EA12DB2}" srcOrd="0" destOrd="0" presId="urn:microsoft.com/office/officeart/2005/8/layout/hList7"/>
    <dgm:cxn modelId="{C47DB248-AB5E-4F58-A673-9255BC9BCBAC}" type="presOf" srcId="{5C090F7B-CBC9-41D1-99C2-03CA506AACB7}" destId="{C19F333D-4518-4BC3-8E83-10AC783B6C65}" srcOrd="0" destOrd="0" presId="urn:microsoft.com/office/officeart/2005/8/layout/hList7"/>
    <dgm:cxn modelId="{5AB81B70-B01E-4FFD-843C-4C16C4D886BC}" type="presOf" srcId="{03FF94DF-8414-4C38-B69E-3232EB731E75}" destId="{ECD20CCA-3FC5-45C7-9A14-F8ED14F7717C}" srcOrd="0" destOrd="0" presId="urn:microsoft.com/office/officeart/2005/8/layout/hList7"/>
    <dgm:cxn modelId="{5531B743-5BA1-4DE4-8FE1-BD779DEA70E9}" type="presOf" srcId="{845255A7-B635-432C-BF06-CE95EBFC4A00}" destId="{7EA8146F-F75B-4416-96E4-D9F98176F4C6}" srcOrd="0" destOrd="0" presId="urn:microsoft.com/office/officeart/2005/8/layout/hList7"/>
    <dgm:cxn modelId="{5F7D471E-AE67-4EDD-87B2-FB165545F941}" srcId="{2121B62F-1D5A-4722-A775-9AFF040F9427}" destId="{845255A7-B635-432C-BF06-CE95EBFC4A00}" srcOrd="2" destOrd="0" parTransId="{54B75350-FEF0-4722-B3BC-8A61C4BA4BD4}" sibTransId="{7459C44A-42A5-4C4A-835A-85D4A7574AA9}"/>
    <dgm:cxn modelId="{72EC0296-AED4-40F5-BA17-0AFD91EA860C}" type="presOf" srcId="{66B1E3A7-E7E7-4A17-BE34-1ED0F9CAD339}" destId="{E0EE872C-6A6D-4B08-AE0B-4B1B385663A4}" srcOrd="0" destOrd="0" presId="urn:microsoft.com/office/officeart/2005/8/layout/hList7"/>
    <dgm:cxn modelId="{F654C078-ABF0-4DE8-910A-6507F96BCC99}" type="presOf" srcId="{845255A7-B635-432C-BF06-CE95EBFC4A00}" destId="{6A54D2AA-BE39-47C2-B9A2-86FBCE131684}" srcOrd="1" destOrd="0" presId="urn:microsoft.com/office/officeart/2005/8/layout/hList7"/>
    <dgm:cxn modelId="{4854E683-62AB-4A7E-AA5F-0213B7B729C7}" type="presOf" srcId="{F548B123-051F-4ED2-A14A-A4C0B1F5C2E7}" destId="{096788C4-704E-479B-A069-7DF594A20B21}" srcOrd="0" destOrd="0" presId="urn:microsoft.com/office/officeart/2005/8/layout/hList7"/>
    <dgm:cxn modelId="{9CE86F95-7408-4A13-8FF3-09AB1EA05DAC}" type="presOf" srcId="{265EB106-7054-425F-BA0B-D29219DA5CE5}" destId="{1782D05F-50CD-4CF0-81BF-0F1314B0EBC8}" srcOrd="1" destOrd="0" presId="urn:microsoft.com/office/officeart/2005/8/layout/hList7"/>
    <dgm:cxn modelId="{A2F887DB-F0B5-4120-A746-1BBADB52E8C5}" srcId="{2121B62F-1D5A-4722-A775-9AFF040F9427}" destId="{8293A25F-E5AD-44F9-92B1-3B19FC0006CC}" srcOrd="3" destOrd="0" parTransId="{93EF23AC-C131-4507-B066-2585BF2D9536}" sibTransId="{03FF94DF-8414-4C38-B69E-3232EB731E75}"/>
    <dgm:cxn modelId="{D56AD672-C097-4957-B587-04B35A2B473E}" type="presOf" srcId="{7459C44A-42A5-4C4A-835A-85D4A7574AA9}" destId="{786F34B1-9AC9-4312-B3CA-87745746061B}" srcOrd="0" destOrd="0" presId="urn:microsoft.com/office/officeart/2005/8/layout/hList7"/>
    <dgm:cxn modelId="{A6C03D99-7B21-4622-B792-586CC7C5888C}" type="presOf" srcId="{265EB106-7054-425F-BA0B-D29219DA5CE5}" destId="{9BAE80F7-322E-43E2-8B24-C6DDDEE23726}" srcOrd="0" destOrd="0" presId="urn:microsoft.com/office/officeart/2005/8/layout/hList7"/>
    <dgm:cxn modelId="{30FA40A3-6587-40F6-AE8D-839838FED0AF}" type="presOf" srcId="{8293A25F-E5AD-44F9-92B1-3B19FC0006CC}" destId="{E33A45BF-1A32-4CFB-A3F5-BFF393983CD7}" srcOrd="0" destOrd="0" presId="urn:microsoft.com/office/officeart/2005/8/layout/hList7"/>
    <dgm:cxn modelId="{094171EA-3F38-48C3-8405-C9BCD7D2C0A3}" type="presOf" srcId="{5C090F7B-CBC9-41D1-99C2-03CA506AACB7}" destId="{B3B4FDA0-47A4-4A9E-93D0-4632D065725B}" srcOrd="1" destOrd="0" presId="urn:microsoft.com/office/officeart/2005/8/layout/hList7"/>
    <dgm:cxn modelId="{B2869BCE-E855-4B53-8105-7DEDE1B54E79}" type="presOf" srcId="{E88C0A1E-C989-4364-9E78-3ED37AEF51E4}" destId="{987DF012-5D8E-4493-A059-A26262DC745B}" srcOrd="0" destOrd="0" presId="urn:microsoft.com/office/officeart/2005/8/layout/hList7"/>
    <dgm:cxn modelId="{BFC0F29A-38C3-4C1D-B501-42CD454A34ED}" type="presOf" srcId="{8293A25F-E5AD-44F9-92B1-3B19FC0006CC}" destId="{1741B9B9-E708-4E8D-B20E-F970DE10ED8B}" srcOrd="1" destOrd="0" presId="urn:microsoft.com/office/officeart/2005/8/layout/hList7"/>
    <dgm:cxn modelId="{2FDBAE41-0645-40F1-859F-B8837DF5E6E9}" srcId="{2121B62F-1D5A-4722-A775-9AFF040F9427}" destId="{5C090F7B-CBC9-41D1-99C2-03CA506AACB7}" srcOrd="0" destOrd="0" parTransId="{70E493B4-0ACD-4CB3-B99D-230983B33B1C}" sibTransId="{66B1E3A7-E7E7-4A17-BE34-1ED0F9CAD339}"/>
    <dgm:cxn modelId="{5ED24D2E-613F-4AF8-9889-C2C31E575443}" srcId="{2121B62F-1D5A-4722-A775-9AFF040F9427}" destId="{F548B123-051F-4ED2-A14A-A4C0B1F5C2E7}" srcOrd="4" destOrd="0" parTransId="{F6C7D777-182D-4E75-9108-11241D04DD71}" sibTransId="{3370C5E7-D3E6-44EE-A064-1E23E9554709}"/>
    <dgm:cxn modelId="{ED61F222-CADF-43F9-9CF7-73B343F40686}" type="presParOf" srcId="{51DC6BE6-7578-445F-B75E-601E8EA12DB2}" destId="{D8F81C1F-3052-403F-B487-64B3F55F28EB}" srcOrd="0" destOrd="0" presId="urn:microsoft.com/office/officeart/2005/8/layout/hList7"/>
    <dgm:cxn modelId="{B2A14E26-1277-48DE-AC5E-D325664889CD}" type="presParOf" srcId="{51DC6BE6-7578-445F-B75E-601E8EA12DB2}" destId="{4ADFE228-9E2E-4675-8989-4319FE6F16CB}" srcOrd="1" destOrd="0" presId="urn:microsoft.com/office/officeart/2005/8/layout/hList7"/>
    <dgm:cxn modelId="{3BF162C6-5C74-46DE-9D51-503E7C3A1C52}" type="presParOf" srcId="{4ADFE228-9E2E-4675-8989-4319FE6F16CB}" destId="{13BACFCF-13F7-4F8D-A23B-699090115CBC}" srcOrd="0" destOrd="0" presId="urn:microsoft.com/office/officeart/2005/8/layout/hList7"/>
    <dgm:cxn modelId="{CAE16431-C982-48CC-BE1D-E56CA2FF0DD1}" type="presParOf" srcId="{13BACFCF-13F7-4F8D-A23B-699090115CBC}" destId="{C19F333D-4518-4BC3-8E83-10AC783B6C65}" srcOrd="0" destOrd="0" presId="urn:microsoft.com/office/officeart/2005/8/layout/hList7"/>
    <dgm:cxn modelId="{833BBBF9-FB27-447D-BC9A-961283059FBF}" type="presParOf" srcId="{13BACFCF-13F7-4F8D-A23B-699090115CBC}" destId="{B3B4FDA0-47A4-4A9E-93D0-4632D065725B}" srcOrd="1" destOrd="0" presId="urn:microsoft.com/office/officeart/2005/8/layout/hList7"/>
    <dgm:cxn modelId="{38E09323-0C86-48AA-BBEB-A931EDB42355}" type="presParOf" srcId="{13BACFCF-13F7-4F8D-A23B-699090115CBC}" destId="{AC7CD571-DB06-4421-88CE-D72EA18EEE32}" srcOrd="2" destOrd="0" presId="urn:microsoft.com/office/officeart/2005/8/layout/hList7"/>
    <dgm:cxn modelId="{9C2189A0-EB02-4C3C-98A5-43748F4019ED}" type="presParOf" srcId="{13BACFCF-13F7-4F8D-A23B-699090115CBC}" destId="{32BE1141-0507-4D25-AA5C-8FE4F049B819}" srcOrd="3" destOrd="0" presId="urn:microsoft.com/office/officeart/2005/8/layout/hList7"/>
    <dgm:cxn modelId="{46F2D025-DB4B-4634-B710-3F9EFD255C7F}" type="presParOf" srcId="{4ADFE228-9E2E-4675-8989-4319FE6F16CB}" destId="{E0EE872C-6A6D-4B08-AE0B-4B1B385663A4}" srcOrd="1" destOrd="0" presId="urn:microsoft.com/office/officeart/2005/8/layout/hList7"/>
    <dgm:cxn modelId="{B308E1F4-5598-43D3-A1EE-2640C6C9AD36}" type="presParOf" srcId="{4ADFE228-9E2E-4675-8989-4319FE6F16CB}" destId="{58A69C05-96D6-484F-8176-7E781FF36A88}" srcOrd="2" destOrd="0" presId="urn:microsoft.com/office/officeart/2005/8/layout/hList7"/>
    <dgm:cxn modelId="{437922C8-13CF-4963-91A0-4FA6D3121401}" type="presParOf" srcId="{58A69C05-96D6-484F-8176-7E781FF36A88}" destId="{9BAE80F7-322E-43E2-8B24-C6DDDEE23726}" srcOrd="0" destOrd="0" presId="urn:microsoft.com/office/officeart/2005/8/layout/hList7"/>
    <dgm:cxn modelId="{1E29C4E4-ED68-42B7-B955-E16582383EB5}" type="presParOf" srcId="{58A69C05-96D6-484F-8176-7E781FF36A88}" destId="{1782D05F-50CD-4CF0-81BF-0F1314B0EBC8}" srcOrd="1" destOrd="0" presId="urn:microsoft.com/office/officeart/2005/8/layout/hList7"/>
    <dgm:cxn modelId="{D178ED91-7FA2-4CF8-AF38-2479316E8380}" type="presParOf" srcId="{58A69C05-96D6-484F-8176-7E781FF36A88}" destId="{41FCCF41-FA89-40BB-8F2E-C1EEA1D46FAF}" srcOrd="2" destOrd="0" presId="urn:microsoft.com/office/officeart/2005/8/layout/hList7"/>
    <dgm:cxn modelId="{0F328C6D-1794-47C6-AB50-36CA2726EF38}" type="presParOf" srcId="{58A69C05-96D6-484F-8176-7E781FF36A88}" destId="{E365080C-6D9A-4B61-999B-4A0E3E142857}" srcOrd="3" destOrd="0" presId="urn:microsoft.com/office/officeart/2005/8/layout/hList7"/>
    <dgm:cxn modelId="{29D20183-8B6C-4BF4-B000-BAEC0D865D32}" type="presParOf" srcId="{4ADFE228-9E2E-4675-8989-4319FE6F16CB}" destId="{987DF012-5D8E-4493-A059-A26262DC745B}" srcOrd="3" destOrd="0" presId="urn:microsoft.com/office/officeart/2005/8/layout/hList7"/>
    <dgm:cxn modelId="{99D870FB-17D5-4EC0-B7AD-EA8236D0BE80}" type="presParOf" srcId="{4ADFE228-9E2E-4675-8989-4319FE6F16CB}" destId="{695F2467-A7AC-4CF8-9D5A-35D0D9EB4EE0}" srcOrd="4" destOrd="0" presId="urn:microsoft.com/office/officeart/2005/8/layout/hList7"/>
    <dgm:cxn modelId="{1B15407A-96D0-42F3-B00C-3AAEEBC1A411}" type="presParOf" srcId="{695F2467-A7AC-4CF8-9D5A-35D0D9EB4EE0}" destId="{7EA8146F-F75B-4416-96E4-D9F98176F4C6}" srcOrd="0" destOrd="0" presId="urn:microsoft.com/office/officeart/2005/8/layout/hList7"/>
    <dgm:cxn modelId="{8ACA2BAB-0302-4D3E-90EC-CC04AAE88BF7}" type="presParOf" srcId="{695F2467-A7AC-4CF8-9D5A-35D0D9EB4EE0}" destId="{6A54D2AA-BE39-47C2-B9A2-86FBCE131684}" srcOrd="1" destOrd="0" presId="urn:microsoft.com/office/officeart/2005/8/layout/hList7"/>
    <dgm:cxn modelId="{09D06AE3-9D7C-4611-967A-E3581461101C}" type="presParOf" srcId="{695F2467-A7AC-4CF8-9D5A-35D0D9EB4EE0}" destId="{E9BFA87D-9B62-4DBE-B51C-EDB74B0A535B}" srcOrd="2" destOrd="0" presId="urn:microsoft.com/office/officeart/2005/8/layout/hList7"/>
    <dgm:cxn modelId="{9C702770-974D-4DF6-91BF-F35F14B5A928}" type="presParOf" srcId="{695F2467-A7AC-4CF8-9D5A-35D0D9EB4EE0}" destId="{418D70A8-2DFF-449F-B35E-4B2D8D7D108F}" srcOrd="3" destOrd="0" presId="urn:microsoft.com/office/officeart/2005/8/layout/hList7"/>
    <dgm:cxn modelId="{0A33399D-FC1A-48D7-AAFF-5CED4ABF566D}" type="presParOf" srcId="{4ADFE228-9E2E-4675-8989-4319FE6F16CB}" destId="{786F34B1-9AC9-4312-B3CA-87745746061B}" srcOrd="5" destOrd="0" presId="urn:microsoft.com/office/officeart/2005/8/layout/hList7"/>
    <dgm:cxn modelId="{C88BD19D-3222-4EC3-A02D-F70EEC994C28}" type="presParOf" srcId="{4ADFE228-9E2E-4675-8989-4319FE6F16CB}" destId="{524030C8-B7B1-4C51-86CE-5E77B277443F}" srcOrd="6" destOrd="0" presId="urn:microsoft.com/office/officeart/2005/8/layout/hList7"/>
    <dgm:cxn modelId="{B719CDB4-91BB-4B5A-8011-9E24BE189705}" type="presParOf" srcId="{524030C8-B7B1-4C51-86CE-5E77B277443F}" destId="{E33A45BF-1A32-4CFB-A3F5-BFF393983CD7}" srcOrd="0" destOrd="0" presId="urn:microsoft.com/office/officeart/2005/8/layout/hList7"/>
    <dgm:cxn modelId="{C051E985-D679-42C2-900F-6A28C663D0A0}" type="presParOf" srcId="{524030C8-B7B1-4C51-86CE-5E77B277443F}" destId="{1741B9B9-E708-4E8D-B20E-F970DE10ED8B}" srcOrd="1" destOrd="0" presId="urn:microsoft.com/office/officeart/2005/8/layout/hList7"/>
    <dgm:cxn modelId="{FCF8D7E1-07DC-4660-87C5-B301FD4E83E5}" type="presParOf" srcId="{524030C8-B7B1-4C51-86CE-5E77B277443F}" destId="{FB2A5BDA-0DF0-46FE-AADC-C9E11ECF04E7}" srcOrd="2" destOrd="0" presId="urn:microsoft.com/office/officeart/2005/8/layout/hList7"/>
    <dgm:cxn modelId="{F2EBA11B-85C2-42E5-82C3-B7952733A08A}" type="presParOf" srcId="{524030C8-B7B1-4C51-86CE-5E77B277443F}" destId="{D4278DA7-C87C-469F-A8E0-FC57D4545315}" srcOrd="3" destOrd="0" presId="urn:microsoft.com/office/officeart/2005/8/layout/hList7"/>
    <dgm:cxn modelId="{CE74878E-314B-4C42-A438-5C17202B6EFA}" type="presParOf" srcId="{4ADFE228-9E2E-4675-8989-4319FE6F16CB}" destId="{ECD20CCA-3FC5-45C7-9A14-F8ED14F7717C}" srcOrd="7" destOrd="0" presId="urn:microsoft.com/office/officeart/2005/8/layout/hList7"/>
    <dgm:cxn modelId="{B94498D0-3C70-4683-A9AA-700BCDF38F46}" type="presParOf" srcId="{4ADFE228-9E2E-4675-8989-4319FE6F16CB}" destId="{01D7FEAF-73A5-4478-A451-28D2A1B52C53}" srcOrd="8" destOrd="0" presId="urn:microsoft.com/office/officeart/2005/8/layout/hList7"/>
    <dgm:cxn modelId="{40E27968-40B9-46DC-826D-25C5B05BFA87}" type="presParOf" srcId="{01D7FEAF-73A5-4478-A451-28D2A1B52C53}" destId="{096788C4-704E-479B-A069-7DF594A20B21}" srcOrd="0" destOrd="0" presId="urn:microsoft.com/office/officeart/2005/8/layout/hList7"/>
    <dgm:cxn modelId="{37D658E5-3C09-456B-BA1A-7FD701860F27}" type="presParOf" srcId="{01D7FEAF-73A5-4478-A451-28D2A1B52C53}" destId="{55F4F76E-70E5-4B98-89E6-146AC3500122}" srcOrd="1" destOrd="0" presId="urn:microsoft.com/office/officeart/2005/8/layout/hList7"/>
    <dgm:cxn modelId="{A598B793-B5A1-4E80-B59E-CAA6CDE15B12}" type="presParOf" srcId="{01D7FEAF-73A5-4478-A451-28D2A1B52C53}" destId="{B497A262-9360-4E9D-A2FD-A66F67DD887B}" srcOrd="2" destOrd="0" presId="urn:microsoft.com/office/officeart/2005/8/layout/hList7"/>
    <dgm:cxn modelId="{9AAFF664-48DD-41CD-80B9-F2E825AEDD4E}" type="presParOf" srcId="{01D7FEAF-73A5-4478-A451-28D2A1B52C53}" destId="{2CD0D990-FFDC-4478-B861-004E26864D90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EE08BEA-2DE8-4DBC-8C78-1F57521689A6}" type="doc">
      <dgm:prSet loTypeId="urn:microsoft.com/office/officeart/2005/8/layout/vList2" loCatId="list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42D058F-1767-4EB6-80C4-EF512988DA19}">
      <dgm:prSet/>
      <dgm:spPr/>
      <dgm:t>
        <a:bodyPr/>
        <a:lstStyle/>
        <a:p>
          <a:pPr rtl="0"/>
          <a:r>
            <a:rPr lang="en-GB" smtClean="0"/>
            <a:t>If offered a contract …</a:t>
          </a:r>
          <a:endParaRPr lang="en-GB"/>
        </a:p>
      </dgm:t>
    </dgm:pt>
    <dgm:pt modelId="{B29667A2-0BD1-4360-AA09-5978A9EE4C7F}" type="parTrans" cxnId="{AAED8839-AD65-46FC-A7FF-230DBC868337}">
      <dgm:prSet/>
      <dgm:spPr/>
      <dgm:t>
        <a:bodyPr/>
        <a:lstStyle/>
        <a:p>
          <a:endParaRPr lang="en-US"/>
        </a:p>
      </dgm:t>
    </dgm:pt>
    <dgm:pt modelId="{8617524C-C3FE-46E6-8B21-08B7DDA5C37A}" type="sibTrans" cxnId="{AAED8839-AD65-46FC-A7FF-230DBC868337}">
      <dgm:prSet/>
      <dgm:spPr/>
      <dgm:t>
        <a:bodyPr/>
        <a:lstStyle/>
        <a:p>
          <a:endParaRPr lang="en-US"/>
        </a:p>
      </dgm:t>
    </dgm:pt>
    <dgm:pt modelId="{B5EE5886-A7B1-46DD-9C12-ACEC3FCE7EC0}" type="pres">
      <dgm:prSet presAssocID="{AEE08BEA-2DE8-4DBC-8C78-1F57521689A6}" presName="linear" presStyleCnt="0">
        <dgm:presLayoutVars>
          <dgm:animLvl val="lvl"/>
          <dgm:resizeHandles val="exact"/>
        </dgm:presLayoutVars>
      </dgm:prSet>
      <dgm:spPr/>
    </dgm:pt>
    <dgm:pt modelId="{5D149915-DB88-495E-83C4-2797D7CA8180}" type="pres">
      <dgm:prSet presAssocID="{342D058F-1767-4EB6-80C4-EF512988DA1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DE8F7DD-216E-4845-A3E3-3FC05E293592}" type="presOf" srcId="{AEE08BEA-2DE8-4DBC-8C78-1F57521689A6}" destId="{B5EE5886-A7B1-46DD-9C12-ACEC3FCE7EC0}" srcOrd="0" destOrd="0" presId="urn:microsoft.com/office/officeart/2005/8/layout/vList2"/>
    <dgm:cxn modelId="{AAED8839-AD65-46FC-A7FF-230DBC868337}" srcId="{AEE08BEA-2DE8-4DBC-8C78-1F57521689A6}" destId="{342D058F-1767-4EB6-80C4-EF512988DA19}" srcOrd="0" destOrd="0" parTransId="{B29667A2-0BD1-4360-AA09-5978A9EE4C7F}" sibTransId="{8617524C-C3FE-46E6-8B21-08B7DDA5C37A}"/>
    <dgm:cxn modelId="{DC1A9997-70C3-4C0A-A2AE-9018B9686DBA}" type="presOf" srcId="{342D058F-1767-4EB6-80C4-EF512988DA19}" destId="{5D149915-DB88-495E-83C4-2797D7CA8180}" srcOrd="0" destOrd="0" presId="urn:microsoft.com/office/officeart/2005/8/layout/vList2"/>
    <dgm:cxn modelId="{69AD1F79-52CB-43CF-AB21-0E3689BCEE40}" type="presParOf" srcId="{B5EE5886-A7B1-46DD-9C12-ACEC3FCE7EC0}" destId="{5D149915-DB88-495E-83C4-2797D7CA818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18333E0-7165-41F5-86D1-DAAB782A68AE}" type="doc">
      <dgm:prSet loTypeId="urn:microsoft.com/office/officeart/2005/8/layout/target3" loCatId="relationship" qsTypeId="urn:microsoft.com/office/officeart/2005/8/quickstyle/3d3" qsCatId="3D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95C5E0A2-5E81-4B22-B4F9-A83D6507CBCD}">
      <dgm:prSet/>
      <dgm:spPr/>
      <dgm:t>
        <a:bodyPr/>
        <a:lstStyle/>
        <a:p>
          <a:pPr rtl="0"/>
          <a:r>
            <a:rPr lang="en-GB" smtClean="0"/>
            <a:t>Consider joining Society of Authors and using their contract-reading service (if you have doubts).</a:t>
          </a:r>
          <a:endParaRPr lang="en-GB"/>
        </a:p>
      </dgm:t>
    </dgm:pt>
    <dgm:pt modelId="{61A8FE85-B7C0-47F9-ADD9-103B5CD354E1}" type="parTrans" cxnId="{CB85E126-C1DC-46FE-BBF0-53127BFD8496}">
      <dgm:prSet/>
      <dgm:spPr/>
      <dgm:t>
        <a:bodyPr/>
        <a:lstStyle/>
        <a:p>
          <a:endParaRPr lang="en-US"/>
        </a:p>
      </dgm:t>
    </dgm:pt>
    <dgm:pt modelId="{C3518F9D-67B9-4174-BD35-E797FCFCA138}" type="sibTrans" cxnId="{CB85E126-C1DC-46FE-BBF0-53127BFD8496}">
      <dgm:prSet/>
      <dgm:spPr/>
      <dgm:t>
        <a:bodyPr/>
        <a:lstStyle/>
        <a:p>
          <a:endParaRPr lang="en-US"/>
        </a:p>
      </dgm:t>
    </dgm:pt>
    <dgm:pt modelId="{2B6B8EC4-6A49-44CD-A323-E130299EF5B6}">
      <dgm:prSet/>
      <dgm:spPr/>
      <dgm:t>
        <a:bodyPr/>
        <a:lstStyle/>
        <a:p>
          <a:pPr rtl="0"/>
          <a:r>
            <a:rPr lang="en-GB" smtClean="0"/>
            <a:t>Think about negotiating …</a:t>
          </a:r>
          <a:endParaRPr lang="en-GB"/>
        </a:p>
      </dgm:t>
    </dgm:pt>
    <dgm:pt modelId="{D3B6F073-1EA2-4A29-BE5E-67E5BEFCB979}" type="parTrans" cxnId="{B7659E4F-F885-4DFB-A37B-795CA5ED41F2}">
      <dgm:prSet/>
      <dgm:spPr/>
      <dgm:t>
        <a:bodyPr/>
        <a:lstStyle/>
        <a:p>
          <a:endParaRPr lang="en-US"/>
        </a:p>
      </dgm:t>
    </dgm:pt>
    <dgm:pt modelId="{2E1B7F9D-9C0B-43D7-8AE1-CB344382FC24}" type="sibTrans" cxnId="{B7659E4F-F885-4DFB-A37B-795CA5ED41F2}">
      <dgm:prSet/>
      <dgm:spPr/>
      <dgm:t>
        <a:bodyPr/>
        <a:lstStyle/>
        <a:p>
          <a:endParaRPr lang="en-US"/>
        </a:p>
      </dgm:t>
    </dgm:pt>
    <dgm:pt modelId="{38279525-EFFC-494D-AFD4-CE3D8CBD3706}">
      <dgm:prSet/>
      <dgm:spPr/>
      <dgm:t>
        <a:bodyPr/>
        <a:lstStyle/>
        <a:p>
          <a:pPr rtl="0"/>
          <a:r>
            <a:rPr lang="en-GB" smtClean="0"/>
            <a:t>Indexing costs.</a:t>
          </a:r>
          <a:endParaRPr lang="en-GB"/>
        </a:p>
      </dgm:t>
    </dgm:pt>
    <dgm:pt modelId="{FDD33F7E-003E-4A21-A84C-A11719B6FC34}" type="parTrans" cxnId="{A0F80460-6AB0-4EF0-AB98-89D519B57C14}">
      <dgm:prSet/>
      <dgm:spPr/>
      <dgm:t>
        <a:bodyPr/>
        <a:lstStyle/>
        <a:p>
          <a:endParaRPr lang="en-US"/>
        </a:p>
      </dgm:t>
    </dgm:pt>
    <dgm:pt modelId="{19E4588D-87BF-4663-8F6C-C256A82FE367}" type="sibTrans" cxnId="{A0F80460-6AB0-4EF0-AB98-89D519B57C14}">
      <dgm:prSet/>
      <dgm:spPr/>
      <dgm:t>
        <a:bodyPr/>
        <a:lstStyle/>
        <a:p>
          <a:endParaRPr lang="en-US"/>
        </a:p>
      </dgm:t>
    </dgm:pt>
    <dgm:pt modelId="{5A378EA5-29BC-4031-B04E-21B12D5CF656}">
      <dgm:prSet/>
      <dgm:spPr/>
      <dgm:t>
        <a:bodyPr/>
        <a:lstStyle/>
        <a:p>
          <a:pPr rtl="0"/>
          <a:r>
            <a:rPr lang="en-GB" smtClean="0"/>
            <a:t>Images and costs of images.</a:t>
          </a:r>
          <a:endParaRPr lang="en-GB"/>
        </a:p>
      </dgm:t>
    </dgm:pt>
    <dgm:pt modelId="{97191B66-BB16-4BE0-9B0D-08AEE50E57F7}" type="parTrans" cxnId="{2BB220AF-3ED1-4783-A774-E718D400D25E}">
      <dgm:prSet/>
      <dgm:spPr/>
      <dgm:t>
        <a:bodyPr/>
        <a:lstStyle/>
        <a:p>
          <a:endParaRPr lang="en-US"/>
        </a:p>
      </dgm:t>
    </dgm:pt>
    <dgm:pt modelId="{20D3506C-1286-4977-A3E9-3D78B0076344}" type="sibTrans" cxnId="{2BB220AF-3ED1-4783-A774-E718D400D25E}">
      <dgm:prSet/>
      <dgm:spPr/>
      <dgm:t>
        <a:bodyPr/>
        <a:lstStyle/>
        <a:p>
          <a:endParaRPr lang="en-US"/>
        </a:p>
      </dgm:t>
    </dgm:pt>
    <dgm:pt modelId="{317F2254-4D61-4259-BB0E-502A99053E03}">
      <dgm:prSet/>
      <dgm:spPr/>
      <dgm:t>
        <a:bodyPr/>
        <a:lstStyle/>
        <a:p>
          <a:pPr rtl="0"/>
          <a:r>
            <a:rPr lang="en-GB" smtClean="0"/>
            <a:t>Paperback. </a:t>
          </a:r>
          <a:endParaRPr lang="en-GB"/>
        </a:p>
      </dgm:t>
    </dgm:pt>
    <dgm:pt modelId="{31E70B75-6654-4BBE-9692-F681CE2A8AD6}" type="parTrans" cxnId="{95994B5E-1248-464A-A9FC-91134081B5AE}">
      <dgm:prSet/>
      <dgm:spPr/>
      <dgm:t>
        <a:bodyPr/>
        <a:lstStyle/>
        <a:p>
          <a:endParaRPr lang="en-US"/>
        </a:p>
      </dgm:t>
    </dgm:pt>
    <dgm:pt modelId="{F773D222-883F-4619-872E-8CAB5A40F79F}" type="sibTrans" cxnId="{95994B5E-1248-464A-A9FC-91134081B5AE}">
      <dgm:prSet/>
      <dgm:spPr/>
      <dgm:t>
        <a:bodyPr/>
        <a:lstStyle/>
        <a:p>
          <a:endParaRPr lang="en-US"/>
        </a:p>
      </dgm:t>
    </dgm:pt>
    <dgm:pt modelId="{28063F67-6071-42EC-B8A4-4748600B8A0C}" type="pres">
      <dgm:prSet presAssocID="{318333E0-7165-41F5-86D1-DAAB782A68AE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FE31D0E6-BE0E-4B5B-8C55-E37FC95C8FCC}" type="pres">
      <dgm:prSet presAssocID="{95C5E0A2-5E81-4B22-B4F9-A83D6507CBCD}" presName="circle1" presStyleLbl="node1" presStyleIdx="0" presStyleCnt="5"/>
      <dgm:spPr/>
    </dgm:pt>
    <dgm:pt modelId="{6220959F-42DC-4874-BC4B-D5B97B01F0BD}" type="pres">
      <dgm:prSet presAssocID="{95C5E0A2-5E81-4B22-B4F9-A83D6507CBCD}" presName="space" presStyleCnt="0"/>
      <dgm:spPr/>
    </dgm:pt>
    <dgm:pt modelId="{A70B1C36-5C76-4D7E-B544-4EF2F370EC57}" type="pres">
      <dgm:prSet presAssocID="{95C5E0A2-5E81-4B22-B4F9-A83D6507CBCD}" presName="rect1" presStyleLbl="alignAcc1" presStyleIdx="0" presStyleCnt="5"/>
      <dgm:spPr/>
    </dgm:pt>
    <dgm:pt modelId="{224CE94A-B472-4788-BE12-48AD2045BBAB}" type="pres">
      <dgm:prSet presAssocID="{2B6B8EC4-6A49-44CD-A323-E130299EF5B6}" presName="vertSpace2" presStyleLbl="node1" presStyleIdx="0" presStyleCnt="5"/>
      <dgm:spPr/>
    </dgm:pt>
    <dgm:pt modelId="{5D0FE47C-D482-484A-A0C3-346390433ACF}" type="pres">
      <dgm:prSet presAssocID="{2B6B8EC4-6A49-44CD-A323-E130299EF5B6}" presName="circle2" presStyleLbl="node1" presStyleIdx="1" presStyleCnt="5"/>
      <dgm:spPr/>
    </dgm:pt>
    <dgm:pt modelId="{5F0135D6-2DA8-458F-A47E-9907F212F394}" type="pres">
      <dgm:prSet presAssocID="{2B6B8EC4-6A49-44CD-A323-E130299EF5B6}" presName="rect2" presStyleLbl="alignAcc1" presStyleIdx="1" presStyleCnt="5"/>
      <dgm:spPr/>
    </dgm:pt>
    <dgm:pt modelId="{38D0A737-05B0-4582-8DC1-8149C09EDC17}" type="pres">
      <dgm:prSet presAssocID="{38279525-EFFC-494D-AFD4-CE3D8CBD3706}" presName="vertSpace3" presStyleLbl="node1" presStyleIdx="1" presStyleCnt="5"/>
      <dgm:spPr/>
    </dgm:pt>
    <dgm:pt modelId="{4D274D01-7ED5-43EE-BA90-D1BBE3CE97DC}" type="pres">
      <dgm:prSet presAssocID="{38279525-EFFC-494D-AFD4-CE3D8CBD3706}" presName="circle3" presStyleLbl="node1" presStyleIdx="2" presStyleCnt="5"/>
      <dgm:spPr/>
    </dgm:pt>
    <dgm:pt modelId="{4F47C082-5B10-4A7C-AE1D-702F9B1F7947}" type="pres">
      <dgm:prSet presAssocID="{38279525-EFFC-494D-AFD4-CE3D8CBD3706}" presName="rect3" presStyleLbl="alignAcc1" presStyleIdx="2" presStyleCnt="5"/>
      <dgm:spPr/>
    </dgm:pt>
    <dgm:pt modelId="{E01284FD-38B9-4AD0-B89A-E9F2B6FBFAFB}" type="pres">
      <dgm:prSet presAssocID="{5A378EA5-29BC-4031-B04E-21B12D5CF656}" presName="vertSpace4" presStyleLbl="node1" presStyleIdx="2" presStyleCnt="5"/>
      <dgm:spPr/>
    </dgm:pt>
    <dgm:pt modelId="{48CAC5BF-4366-4F0F-AC60-D91B54C5D684}" type="pres">
      <dgm:prSet presAssocID="{5A378EA5-29BC-4031-B04E-21B12D5CF656}" presName="circle4" presStyleLbl="node1" presStyleIdx="3" presStyleCnt="5"/>
      <dgm:spPr/>
    </dgm:pt>
    <dgm:pt modelId="{B93B42E0-0B8E-45DE-9BF6-0F151F465B71}" type="pres">
      <dgm:prSet presAssocID="{5A378EA5-29BC-4031-B04E-21B12D5CF656}" presName="rect4" presStyleLbl="alignAcc1" presStyleIdx="3" presStyleCnt="5"/>
      <dgm:spPr/>
    </dgm:pt>
    <dgm:pt modelId="{3CF1C4A6-F445-44B4-A4D8-D5F9AFBD8F4C}" type="pres">
      <dgm:prSet presAssocID="{317F2254-4D61-4259-BB0E-502A99053E03}" presName="vertSpace5" presStyleLbl="node1" presStyleIdx="3" presStyleCnt="5"/>
      <dgm:spPr/>
    </dgm:pt>
    <dgm:pt modelId="{83031C79-6658-42BA-AF08-4B6E2D9C5D6C}" type="pres">
      <dgm:prSet presAssocID="{317F2254-4D61-4259-BB0E-502A99053E03}" presName="circle5" presStyleLbl="node1" presStyleIdx="4" presStyleCnt="5"/>
      <dgm:spPr/>
    </dgm:pt>
    <dgm:pt modelId="{9099E46F-4A25-4665-914C-84F9B8A7F438}" type="pres">
      <dgm:prSet presAssocID="{317F2254-4D61-4259-BB0E-502A99053E03}" presName="rect5" presStyleLbl="alignAcc1" presStyleIdx="4" presStyleCnt="5"/>
      <dgm:spPr/>
    </dgm:pt>
    <dgm:pt modelId="{41D06FC7-2B3F-406E-9B83-C397299B9AD8}" type="pres">
      <dgm:prSet presAssocID="{95C5E0A2-5E81-4B22-B4F9-A83D6507CBCD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EC2638E5-3306-4218-A474-BECAFE6304FC}" type="pres">
      <dgm:prSet presAssocID="{2B6B8EC4-6A49-44CD-A323-E130299EF5B6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6F491AF4-52F7-448D-B5DF-21D55BF078E9}" type="pres">
      <dgm:prSet presAssocID="{38279525-EFFC-494D-AFD4-CE3D8CBD3706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3FEDEBCF-3252-40A1-AA68-08EDD8759BA6}" type="pres">
      <dgm:prSet presAssocID="{5A378EA5-29BC-4031-B04E-21B12D5CF656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66A4C195-49F5-4A30-A9E3-31FBEADEA706}" type="pres">
      <dgm:prSet presAssocID="{317F2254-4D61-4259-BB0E-502A99053E03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CB85E126-C1DC-46FE-BBF0-53127BFD8496}" srcId="{318333E0-7165-41F5-86D1-DAAB782A68AE}" destId="{95C5E0A2-5E81-4B22-B4F9-A83D6507CBCD}" srcOrd="0" destOrd="0" parTransId="{61A8FE85-B7C0-47F9-ADD9-103B5CD354E1}" sibTransId="{C3518F9D-67B9-4174-BD35-E797FCFCA138}"/>
    <dgm:cxn modelId="{87EECC6C-E735-4121-AB59-3532E2FCB8DB}" type="presOf" srcId="{317F2254-4D61-4259-BB0E-502A99053E03}" destId="{9099E46F-4A25-4665-914C-84F9B8A7F438}" srcOrd="0" destOrd="0" presId="urn:microsoft.com/office/officeart/2005/8/layout/target3"/>
    <dgm:cxn modelId="{BAC58C7C-46CE-4EF1-B0C6-D4F8E72D63F6}" type="presOf" srcId="{38279525-EFFC-494D-AFD4-CE3D8CBD3706}" destId="{4F47C082-5B10-4A7C-AE1D-702F9B1F7947}" srcOrd="0" destOrd="0" presId="urn:microsoft.com/office/officeart/2005/8/layout/target3"/>
    <dgm:cxn modelId="{2BB220AF-3ED1-4783-A774-E718D400D25E}" srcId="{318333E0-7165-41F5-86D1-DAAB782A68AE}" destId="{5A378EA5-29BC-4031-B04E-21B12D5CF656}" srcOrd="3" destOrd="0" parTransId="{97191B66-BB16-4BE0-9B0D-08AEE50E57F7}" sibTransId="{20D3506C-1286-4977-A3E9-3D78B0076344}"/>
    <dgm:cxn modelId="{BFCD821D-D366-4CE7-B6D3-10E4163D5892}" type="presOf" srcId="{2B6B8EC4-6A49-44CD-A323-E130299EF5B6}" destId="{EC2638E5-3306-4218-A474-BECAFE6304FC}" srcOrd="1" destOrd="0" presId="urn:microsoft.com/office/officeart/2005/8/layout/target3"/>
    <dgm:cxn modelId="{95994B5E-1248-464A-A9FC-91134081B5AE}" srcId="{318333E0-7165-41F5-86D1-DAAB782A68AE}" destId="{317F2254-4D61-4259-BB0E-502A99053E03}" srcOrd="4" destOrd="0" parTransId="{31E70B75-6654-4BBE-9692-F681CE2A8AD6}" sibTransId="{F773D222-883F-4619-872E-8CAB5A40F79F}"/>
    <dgm:cxn modelId="{A0F80460-6AB0-4EF0-AB98-89D519B57C14}" srcId="{318333E0-7165-41F5-86D1-DAAB782A68AE}" destId="{38279525-EFFC-494D-AFD4-CE3D8CBD3706}" srcOrd="2" destOrd="0" parTransId="{FDD33F7E-003E-4A21-A84C-A11719B6FC34}" sibTransId="{19E4588D-87BF-4663-8F6C-C256A82FE367}"/>
    <dgm:cxn modelId="{09AD3CCD-C0B4-4A41-B84C-2C7CA5BD28FE}" type="presOf" srcId="{318333E0-7165-41F5-86D1-DAAB782A68AE}" destId="{28063F67-6071-42EC-B8A4-4748600B8A0C}" srcOrd="0" destOrd="0" presId="urn:microsoft.com/office/officeart/2005/8/layout/target3"/>
    <dgm:cxn modelId="{1A137701-A2FC-40C7-8798-73DA600546AB}" type="presOf" srcId="{95C5E0A2-5E81-4B22-B4F9-A83D6507CBCD}" destId="{A70B1C36-5C76-4D7E-B544-4EF2F370EC57}" srcOrd="0" destOrd="0" presId="urn:microsoft.com/office/officeart/2005/8/layout/target3"/>
    <dgm:cxn modelId="{6F943E0B-0769-42D1-A3D4-6120F787DBCE}" type="presOf" srcId="{2B6B8EC4-6A49-44CD-A323-E130299EF5B6}" destId="{5F0135D6-2DA8-458F-A47E-9907F212F394}" srcOrd="0" destOrd="0" presId="urn:microsoft.com/office/officeart/2005/8/layout/target3"/>
    <dgm:cxn modelId="{35CFC914-A13A-4D80-B32E-B76203F984F9}" type="presOf" srcId="{5A378EA5-29BC-4031-B04E-21B12D5CF656}" destId="{B93B42E0-0B8E-45DE-9BF6-0F151F465B71}" srcOrd="0" destOrd="0" presId="urn:microsoft.com/office/officeart/2005/8/layout/target3"/>
    <dgm:cxn modelId="{887050BA-BE5C-4D91-95D6-25BC1FF8CC12}" type="presOf" srcId="{317F2254-4D61-4259-BB0E-502A99053E03}" destId="{66A4C195-49F5-4A30-A9E3-31FBEADEA706}" srcOrd="1" destOrd="0" presId="urn:microsoft.com/office/officeart/2005/8/layout/target3"/>
    <dgm:cxn modelId="{F0FFA8C4-6FAC-4B14-9CA7-8B522EBF9377}" type="presOf" srcId="{95C5E0A2-5E81-4B22-B4F9-A83D6507CBCD}" destId="{41D06FC7-2B3F-406E-9B83-C397299B9AD8}" srcOrd="1" destOrd="0" presId="urn:microsoft.com/office/officeart/2005/8/layout/target3"/>
    <dgm:cxn modelId="{C950FEF0-E7E7-4EFA-83BE-13CA85F8BA53}" type="presOf" srcId="{38279525-EFFC-494D-AFD4-CE3D8CBD3706}" destId="{6F491AF4-52F7-448D-B5DF-21D55BF078E9}" srcOrd="1" destOrd="0" presId="urn:microsoft.com/office/officeart/2005/8/layout/target3"/>
    <dgm:cxn modelId="{B7659E4F-F885-4DFB-A37B-795CA5ED41F2}" srcId="{318333E0-7165-41F5-86D1-DAAB782A68AE}" destId="{2B6B8EC4-6A49-44CD-A323-E130299EF5B6}" srcOrd="1" destOrd="0" parTransId="{D3B6F073-1EA2-4A29-BE5E-67E5BEFCB979}" sibTransId="{2E1B7F9D-9C0B-43D7-8AE1-CB344382FC24}"/>
    <dgm:cxn modelId="{99E8DF08-3E0A-470E-B9A1-EE270E1D8FB0}" type="presOf" srcId="{5A378EA5-29BC-4031-B04E-21B12D5CF656}" destId="{3FEDEBCF-3252-40A1-AA68-08EDD8759BA6}" srcOrd="1" destOrd="0" presId="urn:microsoft.com/office/officeart/2005/8/layout/target3"/>
    <dgm:cxn modelId="{81687C80-7C92-4BB9-8953-634F0FABC22E}" type="presParOf" srcId="{28063F67-6071-42EC-B8A4-4748600B8A0C}" destId="{FE31D0E6-BE0E-4B5B-8C55-E37FC95C8FCC}" srcOrd="0" destOrd="0" presId="urn:microsoft.com/office/officeart/2005/8/layout/target3"/>
    <dgm:cxn modelId="{F496206E-CF8C-4A21-AFDD-C37FB10EC01E}" type="presParOf" srcId="{28063F67-6071-42EC-B8A4-4748600B8A0C}" destId="{6220959F-42DC-4874-BC4B-D5B97B01F0BD}" srcOrd="1" destOrd="0" presId="urn:microsoft.com/office/officeart/2005/8/layout/target3"/>
    <dgm:cxn modelId="{282BBB3A-E7E3-43A4-9A6D-AD58B2484CFF}" type="presParOf" srcId="{28063F67-6071-42EC-B8A4-4748600B8A0C}" destId="{A70B1C36-5C76-4D7E-B544-4EF2F370EC57}" srcOrd="2" destOrd="0" presId="urn:microsoft.com/office/officeart/2005/8/layout/target3"/>
    <dgm:cxn modelId="{B12C1CE1-398F-4141-90FD-01B4BB7BC954}" type="presParOf" srcId="{28063F67-6071-42EC-B8A4-4748600B8A0C}" destId="{224CE94A-B472-4788-BE12-48AD2045BBAB}" srcOrd="3" destOrd="0" presId="urn:microsoft.com/office/officeart/2005/8/layout/target3"/>
    <dgm:cxn modelId="{816117C6-B92A-491D-8F4E-A53DACED3A60}" type="presParOf" srcId="{28063F67-6071-42EC-B8A4-4748600B8A0C}" destId="{5D0FE47C-D482-484A-A0C3-346390433ACF}" srcOrd="4" destOrd="0" presId="urn:microsoft.com/office/officeart/2005/8/layout/target3"/>
    <dgm:cxn modelId="{B3BB6136-75F2-4A47-A1DC-56E9DA0AD00C}" type="presParOf" srcId="{28063F67-6071-42EC-B8A4-4748600B8A0C}" destId="{5F0135D6-2DA8-458F-A47E-9907F212F394}" srcOrd="5" destOrd="0" presId="urn:microsoft.com/office/officeart/2005/8/layout/target3"/>
    <dgm:cxn modelId="{CA4BA273-B19A-4CCA-B541-2929A400125D}" type="presParOf" srcId="{28063F67-6071-42EC-B8A4-4748600B8A0C}" destId="{38D0A737-05B0-4582-8DC1-8149C09EDC17}" srcOrd="6" destOrd="0" presId="urn:microsoft.com/office/officeart/2005/8/layout/target3"/>
    <dgm:cxn modelId="{B94202CC-2C2F-4218-9B61-7FB5FD1BC1A3}" type="presParOf" srcId="{28063F67-6071-42EC-B8A4-4748600B8A0C}" destId="{4D274D01-7ED5-43EE-BA90-D1BBE3CE97DC}" srcOrd="7" destOrd="0" presId="urn:microsoft.com/office/officeart/2005/8/layout/target3"/>
    <dgm:cxn modelId="{C5F5B90F-1950-4D75-8B97-AE9B30FDB5E7}" type="presParOf" srcId="{28063F67-6071-42EC-B8A4-4748600B8A0C}" destId="{4F47C082-5B10-4A7C-AE1D-702F9B1F7947}" srcOrd="8" destOrd="0" presId="urn:microsoft.com/office/officeart/2005/8/layout/target3"/>
    <dgm:cxn modelId="{F27AC799-86BC-4F1C-94DC-E48925AF2A87}" type="presParOf" srcId="{28063F67-6071-42EC-B8A4-4748600B8A0C}" destId="{E01284FD-38B9-4AD0-B89A-E9F2B6FBFAFB}" srcOrd="9" destOrd="0" presId="urn:microsoft.com/office/officeart/2005/8/layout/target3"/>
    <dgm:cxn modelId="{778A5292-0FED-44E8-A0A8-C8CAD1494A24}" type="presParOf" srcId="{28063F67-6071-42EC-B8A4-4748600B8A0C}" destId="{48CAC5BF-4366-4F0F-AC60-D91B54C5D684}" srcOrd="10" destOrd="0" presId="urn:microsoft.com/office/officeart/2005/8/layout/target3"/>
    <dgm:cxn modelId="{6017A24F-6905-4052-B408-0D6B4B09E766}" type="presParOf" srcId="{28063F67-6071-42EC-B8A4-4748600B8A0C}" destId="{B93B42E0-0B8E-45DE-9BF6-0F151F465B71}" srcOrd="11" destOrd="0" presId="urn:microsoft.com/office/officeart/2005/8/layout/target3"/>
    <dgm:cxn modelId="{526F90D8-2F11-469C-8B67-EF844745F644}" type="presParOf" srcId="{28063F67-6071-42EC-B8A4-4748600B8A0C}" destId="{3CF1C4A6-F445-44B4-A4D8-D5F9AFBD8F4C}" srcOrd="12" destOrd="0" presId="urn:microsoft.com/office/officeart/2005/8/layout/target3"/>
    <dgm:cxn modelId="{48944BC4-59B1-46EE-BE5D-AAA8BEC557A9}" type="presParOf" srcId="{28063F67-6071-42EC-B8A4-4748600B8A0C}" destId="{83031C79-6658-42BA-AF08-4B6E2D9C5D6C}" srcOrd="13" destOrd="0" presId="urn:microsoft.com/office/officeart/2005/8/layout/target3"/>
    <dgm:cxn modelId="{067A1040-6B93-4A47-9015-9EE523F88805}" type="presParOf" srcId="{28063F67-6071-42EC-B8A4-4748600B8A0C}" destId="{9099E46F-4A25-4665-914C-84F9B8A7F438}" srcOrd="14" destOrd="0" presId="urn:microsoft.com/office/officeart/2005/8/layout/target3"/>
    <dgm:cxn modelId="{9CBC9146-4FC8-4928-8B30-B46836679E7E}" type="presParOf" srcId="{28063F67-6071-42EC-B8A4-4748600B8A0C}" destId="{41D06FC7-2B3F-406E-9B83-C397299B9AD8}" srcOrd="15" destOrd="0" presId="urn:microsoft.com/office/officeart/2005/8/layout/target3"/>
    <dgm:cxn modelId="{BA39CDA0-2D9C-4DE7-9284-E9EAD2E13422}" type="presParOf" srcId="{28063F67-6071-42EC-B8A4-4748600B8A0C}" destId="{EC2638E5-3306-4218-A474-BECAFE6304FC}" srcOrd="16" destOrd="0" presId="urn:microsoft.com/office/officeart/2005/8/layout/target3"/>
    <dgm:cxn modelId="{136F02AA-4B51-4A77-80B5-764ED64D3A37}" type="presParOf" srcId="{28063F67-6071-42EC-B8A4-4748600B8A0C}" destId="{6F491AF4-52F7-448D-B5DF-21D55BF078E9}" srcOrd="17" destOrd="0" presId="urn:microsoft.com/office/officeart/2005/8/layout/target3"/>
    <dgm:cxn modelId="{2FF1230C-85A3-4EF5-9A04-67CBB5AF270E}" type="presParOf" srcId="{28063F67-6071-42EC-B8A4-4748600B8A0C}" destId="{3FEDEBCF-3252-40A1-AA68-08EDD8759BA6}" srcOrd="18" destOrd="0" presId="urn:microsoft.com/office/officeart/2005/8/layout/target3"/>
    <dgm:cxn modelId="{C5414F7B-9429-4577-9E06-3A5B5F9FDA30}" type="presParOf" srcId="{28063F67-6071-42EC-B8A4-4748600B8A0C}" destId="{66A4C195-49F5-4A30-A9E3-31FBEADEA706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3BA6128-A59E-49BA-8042-20E741719FC2}" type="doc">
      <dgm:prSet loTypeId="urn:microsoft.com/office/officeart/2005/8/layout/vList5" loCatId="list" qsTypeId="urn:microsoft.com/office/officeart/2005/8/quickstyle/3d3" qsCatId="3D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687AFC6-DE20-4D50-A845-C2B492307EE9}">
      <dgm:prSet/>
      <dgm:spPr/>
      <dgm:t>
        <a:bodyPr/>
        <a:lstStyle/>
        <a:p>
          <a:pPr rtl="0"/>
          <a:r>
            <a:rPr lang="en-GB" smtClean="0"/>
            <a:t>Routes to trade publication</a:t>
          </a:r>
          <a:endParaRPr lang="en-GB"/>
        </a:p>
      </dgm:t>
    </dgm:pt>
    <dgm:pt modelId="{8436BE6F-D60D-43BB-92F1-3FD8BD125309}" type="parTrans" cxnId="{36404C89-4A06-47DE-AD88-2998EF527AEA}">
      <dgm:prSet/>
      <dgm:spPr/>
      <dgm:t>
        <a:bodyPr/>
        <a:lstStyle/>
        <a:p>
          <a:endParaRPr lang="en-US"/>
        </a:p>
      </dgm:t>
    </dgm:pt>
    <dgm:pt modelId="{9DAD02FE-5A84-4A18-8360-6FA4720A3A2D}" type="sibTrans" cxnId="{36404C89-4A06-47DE-AD88-2998EF527AEA}">
      <dgm:prSet/>
      <dgm:spPr/>
      <dgm:t>
        <a:bodyPr/>
        <a:lstStyle/>
        <a:p>
          <a:endParaRPr lang="en-US"/>
        </a:p>
      </dgm:t>
    </dgm:pt>
    <dgm:pt modelId="{B731BFFA-CB88-4027-8C67-0C217B03239A}" type="pres">
      <dgm:prSet presAssocID="{13BA6128-A59E-49BA-8042-20E741719FC2}" presName="Name0" presStyleCnt="0">
        <dgm:presLayoutVars>
          <dgm:dir/>
          <dgm:animLvl val="lvl"/>
          <dgm:resizeHandles val="exact"/>
        </dgm:presLayoutVars>
      </dgm:prSet>
      <dgm:spPr/>
    </dgm:pt>
    <dgm:pt modelId="{B4A52DA7-C76B-43DC-8033-EECCA0573938}" type="pres">
      <dgm:prSet presAssocID="{9687AFC6-DE20-4D50-A845-C2B492307EE9}" presName="linNode" presStyleCnt="0"/>
      <dgm:spPr/>
    </dgm:pt>
    <dgm:pt modelId="{F6612C14-10EA-487C-AF53-6AE3D4BD4D18}" type="pres">
      <dgm:prSet presAssocID="{9687AFC6-DE20-4D50-A845-C2B492307EE9}" presName="parentText" presStyleLbl="node1" presStyleIdx="0" presStyleCnt="1" custLinFactNeighborX="-47015" custLinFactNeighborY="4181">
        <dgm:presLayoutVars>
          <dgm:chMax val="1"/>
          <dgm:bulletEnabled val="1"/>
        </dgm:presLayoutVars>
      </dgm:prSet>
      <dgm:spPr/>
    </dgm:pt>
  </dgm:ptLst>
  <dgm:cxnLst>
    <dgm:cxn modelId="{36404C89-4A06-47DE-AD88-2998EF527AEA}" srcId="{13BA6128-A59E-49BA-8042-20E741719FC2}" destId="{9687AFC6-DE20-4D50-A845-C2B492307EE9}" srcOrd="0" destOrd="0" parTransId="{8436BE6F-D60D-43BB-92F1-3FD8BD125309}" sibTransId="{9DAD02FE-5A84-4A18-8360-6FA4720A3A2D}"/>
    <dgm:cxn modelId="{060B6FCB-2D38-4BB4-B582-BD07EB7FF7F8}" type="presOf" srcId="{13BA6128-A59E-49BA-8042-20E741719FC2}" destId="{B731BFFA-CB88-4027-8C67-0C217B03239A}" srcOrd="0" destOrd="0" presId="urn:microsoft.com/office/officeart/2005/8/layout/vList5"/>
    <dgm:cxn modelId="{0D4E5810-0610-4687-8862-C1BFD74344B8}" type="presOf" srcId="{9687AFC6-DE20-4D50-A845-C2B492307EE9}" destId="{F6612C14-10EA-487C-AF53-6AE3D4BD4D18}" srcOrd="0" destOrd="0" presId="urn:microsoft.com/office/officeart/2005/8/layout/vList5"/>
    <dgm:cxn modelId="{AA6D49B5-995B-4FE2-B11D-A7E2B60DAFB6}" type="presParOf" srcId="{B731BFFA-CB88-4027-8C67-0C217B03239A}" destId="{B4A52DA7-C76B-43DC-8033-EECCA0573938}" srcOrd="0" destOrd="0" presId="urn:microsoft.com/office/officeart/2005/8/layout/vList5"/>
    <dgm:cxn modelId="{6F22AE56-B3FD-49FB-B43A-91D37C0008CC}" type="presParOf" srcId="{B4A52DA7-C76B-43DC-8033-EECCA0573938}" destId="{F6612C14-10EA-487C-AF53-6AE3D4BD4D1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243DB12F-776D-4A0C-B41C-ACE329B7A9B8}" type="doc">
      <dgm:prSet loTypeId="urn:microsoft.com/office/officeart/2005/8/layout/matrix3" loCatId="matrix" qsTypeId="urn:microsoft.com/office/officeart/2005/8/quickstyle/3d1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FAF1D07-5A10-400F-A48B-1F2686847DFD}">
      <dgm:prSet/>
      <dgm:spPr/>
      <dgm:t>
        <a:bodyPr/>
        <a:lstStyle/>
        <a:p>
          <a:pPr rtl="0"/>
          <a:r>
            <a:rPr lang="en-GB" smtClean="0"/>
            <a:t>Keep telling people about your project.</a:t>
          </a:r>
          <a:endParaRPr lang="en-GB"/>
        </a:p>
      </dgm:t>
    </dgm:pt>
    <dgm:pt modelId="{EFDF1359-96F3-492C-983C-3CB579C51E5E}" type="parTrans" cxnId="{9642418D-95DB-444E-A39E-57A6A825C8E7}">
      <dgm:prSet/>
      <dgm:spPr/>
      <dgm:t>
        <a:bodyPr/>
        <a:lstStyle/>
        <a:p>
          <a:endParaRPr lang="en-US"/>
        </a:p>
      </dgm:t>
    </dgm:pt>
    <dgm:pt modelId="{DEA3D6C9-BBA6-4FC6-8F02-F1F06086CEBC}" type="sibTrans" cxnId="{9642418D-95DB-444E-A39E-57A6A825C8E7}">
      <dgm:prSet/>
      <dgm:spPr/>
      <dgm:t>
        <a:bodyPr/>
        <a:lstStyle/>
        <a:p>
          <a:endParaRPr lang="en-US"/>
        </a:p>
      </dgm:t>
    </dgm:pt>
    <dgm:pt modelId="{C8E7878C-2C55-4318-99D6-B5E56114C9EB}">
      <dgm:prSet/>
      <dgm:spPr/>
      <dgm:t>
        <a:bodyPr/>
        <a:lstStyle/>
        <a:p>
          <a:pPr rtl="0"/>
          <a:r>
            <a:rPr lang="en-GB" smtClean="0"/>
            <a:t>Approach trade editors directly.</a:t>
          </a:r>
          <a:endParaRPr lang="en-GB"/>
        </a:p>
      </dgm:t>
    </dgm:pt>
    <dgm:pt modelId="{E5205324-9680-4384-97E6-21DFD9038EFA}" type="parTrans" cxnId="{2DE24B41-C934-41D0-8EC0-123DB93463D9}">
      <dgm:prSet/>
      <dgm:spPr/>
      <dgm:t>
        <a:bodyPr/>
        <a:lstStyle/>
        <a:p>
          <a:endParaRPr lang="en-US"/>
        </a:p>
      </dgm:t>
    </dgm:pt>
    <dgm:pt modelId="{981B7592-0762-41C5-BE0F-40F99BADE633}" type="sibTrans" cxnId="{2DE24B41-C934-41D0-8EC0-123DB93463D9}">
      <dgm:prSet/>
      <dgm:spPr/>
      <dgm:t>
        <a:bodyPr/>
        <a:lstStyle/>
        <a:p>
          <a:endParaRPr lang="en-US"/>
        </a:p>
      </dgm:t>
    </dgm:pt>
    <dgm:pt modelId="{202E9F2C-71F1-409A-8B69-A4C17ED8B50C}">
      <dgm:prSet/>
      <dgm:spPr/>
      <dgm:t>
        <a:bodyPr/>
        <a:lstStyle/>
        <a:p>
          <a:pPr rtl="0"/>
          <a:r>
            <a:rPr lang="en-GB" smtClean="0"/>
            <a:t>Note the OUP “Impact” series.</a:t>
          </a:r>
          <a:endParaRPr lang="en-GB"/>
        </a:p>
      </dgm:t>
    </dgm:pt>
    <dgm:pt modelId="{E10A6C18-DD1B-4049-9EF6-8495EDF5F577}" type="parTrans" cxnId="{86C1B8DB-5276-4C8F-B277-207BE69D81D7}">
      <dgm:prSet/>
      <dgm:spPr/>
      <dgm:t>
        <a:bodyPr/>
        <a:lstStyle/>
        <a:p>
          <a:endParaRPr lang="en-US"/>
        </a:p>
      </dgm:t>
    </dgm:pt>
    <dgm:pt modelId="{BF165D5A-CC88-42F4-9155-B1EDCF2FF1A9}" type="sibTrans" cxnId="{86C1B8DB-5276-4C8F-B277-207BE69D81D7}">
      <dgm:prSet/>
      <dgm:spPr/>
      <dgm:t>
        <a:bodyPr/>
        <a:lstStyle/>
        <a:p>
          <a:endParaRPr lang="en-US"/>
        </a:p>
      </dgm:t>
    </dgm:pt>
    <dgm:pt modelId="{CFF5A6C9-10B3-4F86-BD75-82BA89041190}">
      <dgm:prSet/>
      <dgm:spPr/>
      <dgm:t>
        <a:bodyPr/>
        <a:lstStyle/>
        <a:p>
          <a:pPr rtl="0"/>
          <a:r>
            <a:rPr lang="en-GB" smtClean="0"/>
            <a:t>Consider proposing an OUP Very Short Introduction.</a:t>
          </a:r>
          <a:endParaRPr lang="en-GB"/>
        </a:p>
      </dgm:t>
    </dgm:pt>
    <dgm:pt modelId="{39A52828-E613-40FD-AA2B-6E98F4F134A3}" type="parTrans" cxnId="{5B26AED2-87E4-45BD-BED4-A2AF5FF6D33D}">
      <dgm:prSet/>
      <dgm:spPr/>
      <dgm:t>
        <a:bodyPr/>
        <a:lstStyle/>
        <a:p>
          <a:endParaRPr lang="en-US"/>
        </a:p>
      </dgm:t>
    </dgm:pt>
    <dgm:pt modelId="{5E23A0E5-2B1E-49C9-B6A2-76088F01E3DC}" type="sibTrans" cxnId="{5B26AED2-87E4-45BD-BED4-A2AF5FF6D33D}">
      <dgm:prSet/>
      <dgm:spPr/>
      <dgm:t>
        <a:bodyPr/>
        <a:lstStyle/>
        <a:p>
          <a:endParaRPr lang="en-US"/>
        </a:p>
      </dgm:t>
    </dgm:pt>
    <dgm:pt modelId="{D5AABFED-5675-4727-A82D-B4D4B68A0EB6}" type="pres">
      <dgm:prSet presAssocID="{243DB12F-776D-4A0C-B41C-ACE329B7A9B8}" presName="matrix" presStyleCnt="0">
        <dgm:presLayoutVars>
          <dgm:chMax val="1"/>
          <dgm:dir/>
          <dgm:resizeHandles val="exact"/>
        </dgm:presLayoutVars>
      </dgm:prSet>
      <dgm:spPr/>
    </dgm:pt>
    <dgm:pt modelId="{8E40AB80-3670-42B1-A9FA-C29F6EA5FC51}" type="pres">
      <dgm:prSet presAssocID="{243DB12F-776D-4A0C-B41C-ACE329B7A9B8}" presName="diamond" presStyleLbl="bgShp" presStyleIdx="0" presStyleCnt="1"/>
      <dgm:spPr/>
    </dgm:pt>
    <dgm:pt modelId="{67C50F7E-E275-4C94-8719-909B943587E4}" type="pres">
      <dgm:prSet presAssocID="{243DB12F-776D-4A0C-B41C-ACE329B7A9B8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AF17DD0-1306-4005-ADD8-2000A5FB1F39}" type="pres">
      <dgm:prSet presAssocID="{243DB12F-776D-4A0C-B41C-ACE329B7A9B8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DB0A3CD-6A2D-4B77-803A-CDD818CC6B46}" type="pres">
      <dgm:prSet presAssocID="{243DB12F-776D-4A0C-B41C-ACE329B7A9B8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2BD8442-8D04-4FA7-B0D3-F2C4E21220A5}" type="pres">
      <dgm:prSet presAssocID="{243DB12F-776D-4A0C-B41C-ACE329B7A9B8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642418D-95DB-444E-A39E-57A6A825C8E7}" srcId="{243DB12F-776D-4A0C-B41C-ACE329B7A9B8}" destId="{AFAF1D07-5A10-400F-A48B-1F2686847DFD}" srcOrd="0" destOrd="0" parTransId="{EFDF1359-96F3-492C-983C-3CB579C51E5E}" sibTransId="{DEA3D6C9-BBA6-4FC6-8F02-F1F06086CEBC}"/>
    <dgm:cxn modelId="{2DE24B41-C934-41D0-8EC0-123DB93463D9}" srcId="{243DB12F-776D-4A0C-B41C-ACE329B7A9B8}" destId="{C8E7878C-2C55-4318-99D6-B5E56114C9EB}" srcOrd="1" destOrd="0" parTransId="{E5205324-9680-4384-97E6-21DFD9038EFA}" sibTransId="{981B7592-0762-41C5-BE0F-40F99BADE633}"/>
    <dgm:cxn modelId="{9054E330-80F3-4FCA-ACD6-F2E07C945C77}" type="presOf" srcId="{202E9F2C-71F1-409A-8B69-A4C17ED8B50C}" destId="{7DB0A3CD-6A2D-4B77-803A-CDD818CC6B46}" srcOrd="0" destOrd="0" presId="urn:microsoft.com/office/officeart/2005/8/layout/matrix3"/>
    <dgm:cxn modelId="{0175040C-BE24-4654-AD95-433FFB5B50CC}" type="presOf" srcId="{243DB12F-776D-4A0C-B41C-ACE329B7A9B8}" destId="{D5AABFED-5675-4727-A82D-B4D4B68A0EB6}" srcOrd="0" destOrd="0" presId="urn:microsoft.com/office/officeart/2005/8/layout/matrix3"/>
    <dgm:cxn modelId="{AFF8D8EB-690B-4C20-8AB8-6B26FC13AA4D}" type="presOf" srcId="{CFF5A6C9-10B3-4F86-BD75-82BA89041190}" destId="{62BD8442-8D04-4FA7-B0D3-F2C4E21220A5}" srcOrd="0" destOrd="0" presId="urn:microsoft.com/office/officeart/2005/8/layout/matrix3"/>
    <dgm:cxn modelId="{55C14ECC-2606-4381-9CF7-BA0E18A934D3}" type="presOf" srcId="{AFAF1D07-5A10-400F-A48B-1F2686847DFD}" destId="{67C50F7E-E275-4C94-8719-909B943587E4}" srcOrd="0" destOrd="0" presId="urn:microsoft.com/office/officeart/2005/8/layout/matrix3"/>
    <dgm:cxn modelId="{86C1B8DB-5276-4C8F-B277-207BE69D81D7}" srcId="{243DB12F-776D-4A0C-B41C-ACE329B7A9B8}" destId="{202E9F2C-71F1-409A-8B69-A4C17ED8B50C}" srcOrd="2" destOrd="0" parTransId="{E10A6C18-DD1B-4049-9EF6-8495EDF5F577}" sibTransId="{BF165D5A-CC88-42F4-9155-B1EDCF2FF1A9}"/>
    <dgm:cxn modelId="{5B26AED2-87E4-45BD-BED4-A2AF5FF6D33D}" srcId="{243DB12F-776D-4A0C-B41C-ACE329B7A9B8}" destId="{CFF5A6C9-10B3-4F86-BD75-82BA89041190}" srcOrd="3" destOrd="0" parTransId="{39A52828-E613-40FD-AA2B-6E98F4F134A3}" sibTransId="{5E23A0E5-2B1E-49C9-B6A2-76088F01E3DC}"/>
    <dgm:cxn modelId="{CA816723-7270-434B-B15B-9F7043E4F70E}" type="presOf" srcId="{C8E7878C-2C55-4318-99D6-B5E56114C9EB}" destId="{2AF17DD0-1306-4005-ADD8-2000A5FB1F39}" srcOrd="0" destOrd="0" presId="urn:microsoft.com/office/officeart/2005/8/layout/matrix3"/>
    <dgm:cxn modelId="{841EC916-64A0-4289-ADC4-29426D8F38A6}" type="presParOf" srcId="{D5AABFED-5675-4727-A82D-B4D4B68A0EB6}" destId="{8E40AB80-3670-42B1-A9FA-C29F6EA5FC51}" srcOrd="0" destOrd="0" presId="urn:microsoft.com/office/officeart/2005/8/layout/matrix3"/>
    <dgm:cxn modelId="{FFA0AF5D-AAA2-4C3B-8077-5942DB0BCBEB}" type="presParOf" srcId="{D5AABFED-5675-4727-A82D-B4D4B68A0EB6}" destId="{67C50F7E-E275-4C94-8719-909B943587E4}" srcOrd="1" destOrd="0" presId="urn:microsoft.com/office/officeart/2005/8/layout/matrix3"/>
    <dgm:cxn modelId="{A404C0A6-5049-4ADB-9052-AC7B4D108F22}" type="presParOf" srcId="{D5AABFED-5675-4727-A82D-B4D4B68A0EB6}" destId="{2AF17DD0-1306-4005-ADD8-2000A5FB1F39}" srcOrd="2" destOrd="0" presId="urn:microsoft.com/office/officeart/2005/8/layout/matrix3"/>
    <dgm:cxn modelId="{A7EB3AE2-7FA0-41D2-8425-E23B50148DEC}" type="presParOf" srcId="{D5AABFED-5675-4727-A82D-B4D4B68A0EB6}" destId="{7DB0A3CD-6A2D-4B77-803A-CDD818CC6B46}" srcOrd="3" destOrd="0" presId="urn:microsoft.com/office/officeart/2005/8/layout/matrix3"/>
    <dgm:cxn modelId="{1EB54E68-C1C1-4736-99BA-4372C5D0C96E}" type="presParOf" srcId="{D5AABFED-5675-4727-A82D-B4D4B68A0EB6}" destId="{62BD8442-8D04-4FA7-B0D3-F2C4E21220A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D8560512-2957-4028-9883-677E9AF6946B}" type="doc">
      <dgm:prSet loTypeId="urn:microsoft.com/office/officeart/2005/8/layout/hProcess9" loCatId="process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7838F9F-2E17-4B30-B5EB-352366FED454}">
      <dgm:prSet/>
      <dgm:spPr/>
      <dgm:t>
        <a:bodyPr/>
        <a:lstStyle/>
        <a:p>
          <a:pPr rtl="0"/>
          <a:r>
            <a:rPr lang="en-GB" dirty="0" smtClean="0"/>
            <a:t>If at first you don’t succeed …</a:t>
          </a:r>
          <a:endParaRPr lang="en-GB" dirty="0"/>
        </a:p>
      </dgm:t>
    </dgm:pt>
    <dgm:pt modelId="{C688EB82-972A-49FE-BED8-F0E1871044E8}" type="parTrans" cxnId="{D938F8E1-BB31-4571-B00A-A9EE7848E613}">
      <dgm:prSet/>
      <dgm:spPr/>
      <dgm:t>
        <a:bodyPr/>
        <a:lstStyle/>
        <a:p>
          <a:endParaRPr lang="en-US"/>
        </a:p>
      </dgm:t>
    </dgm:pt>
    <dgm:pt modelId="{9802470A-4867-478D-B090-37AD3A32255C}" type="sibTrans" cxnId="{D938F8E1-BB31-4571-B00A-A9EE7848E613}">
      <dgm:prSet/>
      <dgm:spPr/>
      <dgm:t>
        <a:bodyPr/>
        <a:lstStyle/>
        <a:p>
          <a:endParaRPr lang="en-US"/>
        </a:p>
      </dgm:t>
    </dgm:pt>
    <dgm:pt modelId="{6B672637-6B04-406C-85C4-618FEAD85FAC}" type="pres">
      <dgm:prSet presAssocID="{D8560512-2957-4028-9883-677E9AF6946B}" presName="CompostProcess" presStyleCnt="0">
        <dgm:presLayoutVars>
          <dgm:dir/>
          <dgm:resizeHandles val="exact"/>
        </dgm:presLayoutVars>
      </dgm:prSet>
      <dgm:spPr/>
    </dgm:pt>
    <dgm:pt modelId="{56D4B930-D526-46E1-8098-0BC45B2FAC95}" type="pres">
      <dgm:prSet presAssocID="{D8560512-2957-4028-9883-677E9AF6946B}" presName="arrow" presStyleLbl="bgShp" presStyleIdx="0" presStyleCnt="1"/>
      <dgm:spPr/>
    </dgm:pt>
    <dgm:pt modelId="{709703E9-5BBF-4BA3-BB60-0CCDF164F02A}" type="pres">
      <dgm:prSet presAssocID="{D8560512-2957-4028-9883-677E9AF6946B}" presName="linearProcess" presStyleCnt="0"/>
      <dgm:spPr/>
    </dgm:pt>
    <dgm:pt modelId="{7F70A047-CBD0-4A5D-B8DF-4A273F7B83BA}" type="pres">
      <dgm:prSet presAssocID="{77838F9F-2E17-4B30-B5EB-352366FED454}" presName="textNode" presStyleLbl="node1" presStyleIdx="0" presStyleCnt="1">
        <dgm:presLayoutVars>
          <dgm:bulletEnabled val="1"/>
        </dgm:presLayoutVars>
      </dgm:prSet>
      <dgm:spPr/>
    </dgm:pt>
  </dgm:ptLst>
  <dgm:cxnLst>
    <dgm:cxn modelId="{5D204615-465A-46A9-BEAC-796CB576AAB2}" type="presOf" srcId="{77838F9F-2E17-4B30-B5EB-352366FED454}" destId="{7F70A047-CBD0-4A5D-B8DF-4A273F7B83BA}" srcOrd="0" destOrd="0" presId="urn:microsoft.com/office/officeart/2005/8/layout/hProcess9"/>
    <dgm:cxn modelId="{F4F9BEE7-C321-4633-912A-2C63B35C4DBD}" type="presOf" srcId="{D8560512-2957-4028-9883-677E9AF6946B}" destId="{6B672637-6B04-406C-85C4-618FEAD85FAC}" srcOrd="0" destOrd="0" presId="urn:microsoft.com/office/officeart/2005/8/layout/hProcess9"/>
    <dgm:cxn modelId="{D938F8E1-BB31-4571-B00A-A9EE7848E613}" srcId="{D8560512-2957-4028-9883-677E9AF6946B}" destId="{77838F9F-2E17-4B30-B5EB-352366FED454}" srcOrd="0" destOrd="0" parTransId="{C688EB82-972A-49FE-BED8-F0E1871044E8}" sibTransId="{9802470A-4867-478D-B090-37AD3A32255C}"/>
    <dgm:cxn modelId="{CF065B60-829F-4F88-ABA9-B4B2646B8CB0}" type="presParOf" srcId="{6B672637-6B04-406C-85C4-618FEAD85FAC}" destId="{56D4B930-D526-46E1-8098-0BC45B2FAC95}" srcOrd="0" destOrd="0" presId="urn:microsoft.com/office/officeart/2005/8/layout/hProcess9"/>
    <dgm:cxn modelId="{71B0FCB3-C961-43D3-97AF-8B6922B27602}" type="presParOf" srcId="{6B672637-6B04-406C-85C4-618FEAD85FAC}" destId="{709703E9-5BBF-4BA3-BB60-0CCDF164F02A}" srcOrd="1" destOrd="0" presId="urn:microsoft.com/office/officeart/2005/8/layout/hProcess9"/>
    <dgm:cxn modelId="{DC3CC26F-EAFF-47F8-9023-0AE794E10B63}" type="presParOf" srcId="{709703E9-5BBF-4BA3-BB60-0CCDF164F02A}" destId="{7F70A047-CBD0-4A5D-B8DF-4A273F7B83BA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1868642B-C031-42FF-ABD8-9E975C5C7B8D}" type="doc">
      <dgm:prSet loTypeId="urn:microsoft.com/office/officeart/2005/8/layout/vList2" loCatId="list" qsTypeId="urn:microsoft.com/office/officeart/2005/8/quickstyle/3d3" qsCatId="3D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00D4D1B-5AEF-4ADD-9CF5-DBE37B60BF2C}">
      <dgm:prSet/>
      <dgm:spPr/>
      <dgm:t>
        <a:bodyPr/>
        <a:lstStyle/>
        <a:p>
          <a:pPr rtl="0"/>
          <a:r>
            <a:rPr lang="en-GB" smtClean="0"/>
            <a:t>Make use of any feedback.</a:t>
          </a:r>
          <a:endParaRPr lang="en-GB"/>
        </a:p>
      </dgm:t>
    </dgm:pt>
    <dgm:pt modelId="{950BED8F-D1B6-4F51-8917-EC409BE4F34D}" type="parTrans" cxnId="{2178CCF6-BEF8-4987-9E4F-6FB9B1C47E4C}">
      <dgm:prSet/>
      <dgm:spPr/>
      <dgm:t>
        <a:bodyPr/>
        <a:lstStyle/>
        <a:p>
          <a:endParaRPr lang="en-US"/>
        </a:p>
      </dgm:t>
    </dgm:pt>
    <dgm:pt modelId="{6F185B85-2E46-407F-9992-639ED6091D81}" type="sibTrans" cxnId="{2178CCF6-BEF8-4987-9E4F-6FB9B1C47E4C}">
      <dgm:prSet/>
      <dgm:spPr/>
      <dgm:t>
        <a:bodyPr/>
        <a:lstStyle/>
        <a:p>
          <a:endParaRPr lang="en-US"/>
        </a:p>
      </dgm:t>
    </dgm:pt>
    <dgm:pt modelId="{EF214159-3351-4D8F-9A6B-DD85234AB74F}">
      <dgm:prSet/>
      <dgm:spPr/>
      <dgm:t>
        <a:bodyPr/>
        <a:lstStyle/>
        <a:p>
          <a:pPr rtl="0"/>
          <a:r>
            <a:rPr lang="en-GB" smtClean="0"/>
            <a:t>Try other publishers.</a:t>
          </a:r>
          <a:endParaRPr lang="en-GB"/>
        </a:p>
      </dgm:t>
    </dgm:pt>
    <dgm:pt modelId="{E8432CF6-5FF3-4FCE-9EE4-AB6E7D5D2A3A}" type="parTrans" cxnId="{59194BEB-284A-46E8-A3AD-2141CC0396A9}">
      <dgm:prSet/>
      <dgm:spPr/>
      <dgm:t>
        <a:bodyPr/>
        <a:lstStyle/>
        <a:p>
          <a:endParaRPr lang="en-US"/>
        </a:p>
      </dgm:t>
    </dgm:pt>
    <dgm:pt modelId="{C018988C-9169-4CBA-AFC6-55C1452B0C3F}" type="sibTrans" cxnId="{59194BEB-284A-46E8-A3AD-2141CC0396A9}">
      <dgm:prSet/>
      <dgm:spPr/>
      <dgm:t>
        <a:bodyPr/>
        <a:lstStyle/>
        <a:p>
          <a:endParaRPr lang="en-US"/>
        </a:p>
      </dgm:t>
    </dgm:pt>
    <dgm:pt modelId="{23A8192D-21C5-418C-B13A-C132EA9D7BA4}">
      <dgm:prSet/>
      <dgm:spPr/>
      <dgm:t>
        <a:bodyPr/>
        <a:lstStyle/>
        <a:p>
          <a:pPr rtl="0"/>
          <a:r>
            <a:rPr lang="en-GB" smtClean="0"/>
            <a:t>But I think you probably will succeed quite quickly!</a:t>
          </a:r>
          <a:endParaRPr lang="en-GB"/>
        </a:p>
      </dgm:t>
    </dgm:pt>
    <dgm:pt modelId="{E1C8454B-9540-4280-8BF2-6B195EC56961}" type="parTrans" cxnId="{CCCDFA9C-D6DD-45B1-B436-5B06B777ADC3}">
      <dgm:prSet/>
      <dgm:spPr/>
      <dgm:t>
        <a:bodyPr/>
        <a:lstStyle/>
        <a:p>
          <a:endParaRPr lang="en-US"/>
        </a:p>
      </dgm:t>
    </dgm:pt>
    <dgm:pt modelId="{AB2989DC-5CB1-4591-AF2E-A11FCBF3CA75}" type="sibTrans" cxnId="{CCCDFA9C-D6DD-45B1-B436-5B06B777ADC3}">
      <dgm:prSet/>
      <dgm:spPr/>
      <dgm:t>
        <a:bodyPr/>
        <a:lstStyle/>
        <a:p>
          <a:endParaRPr lang="en-US"/>
        </a:p>
      </dgm:t>
    </dgm:pt>
    <dgm:pt modelId="{18E6E08E-9519-4B08-9A85-21A95F5F0531}" type="pres">
      <dgm:prSet presAssocID="{1868642B-C031-42FF-ABD8-9E975C5C7B8D}" presName="linear" presStyleCnt="0">
        <dgm:presLayoutVars>
          <dgm:animLvl val="lvl"/>
          <dgm:resizeHandles val="exact"/>
        </dgm:presLayoutVars>
      </dgm:prSet>
      <dgm:spPr/>
    </dgm:pt>
    <dgm:pt modelId="{21571DFB-0277-44CC-8AD7-81C08AC3B69A}" type="pres">
      <dgm:prSet presAssocID="{200D4D1B-5AEF-4ADD-9CF5-DBE37B60BF2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D37E01-78F3-4BE3-AD54-CCC09589F602}" type="pres">
      <dgm:prSet presAssocID="{6F185B85-2E46-407F-9992-639ED6091D81}" presName="spacer" presStyleCnt="0"/>
      <dgm:spPr/>
    </dgm:pt>
    <dgm:pt modelId="{200BE744-296A-4389-9E43-CEC670132AE8}" type="pres">
      <dgm:prSet presAssocID="{EF214159-3351-4D8F-9A6B-DD85234AB74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6A8B8E7-2ED0-47D2-AD7B-8E11473E5F4D}" type="pres">
      <dgm:prSet presAssocID="{C018988C-9169-4CBA-AFC6-55C1452B0C3F}" presName="spacer" presStyleCnt="0"/>
      <dgm:spPr/>
    </dgm:pt>
    <dgm:pt modelId="{0A176010-1C2D-448D-B840-FF029F89E143}" type="pres">
      <dgm:prSet presAssocID="{23A8192D-21C5-418C-B13A-C132EA9D7BA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B26B84E-F422-45AC-9C4B-5BECD29CD58F}" type="presOf" srcId="{200D4D1B-5AEF-4ADD-9CF5-DBE37B60BF2C}" destId="{21571DFB-0277-44CC-8AD7-81C08AC3B69A}" srcOrd="0" destOrd="0" presId="urn:microsoft.com/office/officeart/2005/8/layout/vList2"/>
    <dgm:cxn modelId="{59194BEB-284A-46E8-A3AD-2141CC0396A9}" srcId="{1868642B-C031-42FF-ABD8-9E975C5C7B8D}" destId="{EF214159-3351-4D8F-9A6B-DD85234AB74F}" srcOrd="1" destOrd="0" parTransId="{E8432CF6-5FF3-4FCE-9EE4-AB6E7D5D2A3A}" sibTransId="{C018988C-9169-4CBA-AFC6-55C1452B0C3F}"/>
    <dgm:cxn modelId="{D5704E0A-F3B9-4C22-A3AF-4827B92CDDBE}" type="presOf" srcId="{EF214159-3351-4D8F-9A6B-DD85234AB74F}" destId="{200BE744-296A-4389-9E43-CEC670132AE8}" srcOrd="0" destOrd="0" presId="urn:microsoft.com/office/officeart/2005/8/layout/vList2"/>
    <dgm:cxn modelId="{75D66E53-0837-4BCB-9A16-DECE7E63E676}" type="presOf" srcId="{23A8192D-21C5-418C-B13A-C132EA9D7BA4}" destId="{0A176010-1C2D-448D-B840-FF029F89E143}" srcOrd="0" destOrd="0" presId="urn:microsoft.com/office/officeart/2005/8/layout/vList2"/>
    <dgm:cxn modelId="{3356E65D-FBA2-4403-84F2-76F108B7D8D1}" type="presOf" srcId="{1868642B-C031-42FF-ABD8-9E975C5C7B8D}" destId="{18E6E08E-9519-4B08-9A85-21A95F5F0531}" srcOrd="0" destOrd="0" presId="urn:microsoft.com/office/officeart/2005/8/layout/vList2"/>
    <dgm:cxn modelId="{2178CCF6-BEF8-4987-9E4F-6FB9B1C47E4C}" srcId="{1868642B-C031-42FF-ABD8-9E975C5C7B8D}" destId="{200D4D1B-5AEF-4ADD-9CF5-DBE37B60BF2C}" srcOrd="0" destOrd="0" parTransId="{950BED8F-D1B6-4F51-8917-EC409BE4F34D}" sibTransId="{6F185B85-2E46-407F-9992-639ED6091D81}"/>
    <dgm:cxn modelId="{CCCDFA9C-D6DD-45B1-B436-5B06B777ADC3}" srcId="{1868642B-C031-42FF-ABD8-9E975C5C7B8D}" destId="{23A8192D-21C5-418C-B13A-C132EA9D7BA4}" srcOrd="2" destOrd="0" parTransId="{E1C8454B-9540-4280-8BF2-6B195EC56961}" sibTransId="{AB2989DC-5CB1-4591-AF2E-A11FCBF3CA75}"/>
    <dgm:cxn modelId="{7362DA71-4CA8-4BE0-9ADF-823E73476A57}" type="presParOf" srcId="{18E6E08E-9519-4B08-9A85-21A95F5F0531}" destId="{21571DFB-0277-44CC-8AD7-81C08AC3B69A}" srcOrd="0" destOrd="0" presId="urn:microsoft.com/office/officeart/2005/8/layout/vList2"/>
    <dgm:cxn modelId="{3EF73528-0AAF-4B84-A50B-C34E7B6F1779}" type="presParOf" srcId="{18E6E08E-9519-4B08-9A85-21A95F5F0531}" destId="{AED37E01-78F3-4BE3-AD54-CCC09589F602}" srcOrd="1" destOrd="0" presId="urn:microsoft.com/office/officeart/2005/8/layout/vList2"/>
    <dgm:cxn modelId="{04B269C3-8B5A-4081-817C-4D2ACB2E216F}" type="presParOf" srcId="{18E6E08E-9519-4B08-9A85-21A95F5F0531}" destId="{200BE744-296A-4389-9E43-CEC670132AE8}" srcOrd="2" destOrd="0" presId="urn:microsoft.com/office/officeart/2005/8/layout/vList2"/>
    <dgm:cxn modelId="{A1CAC286-045F-40A7-B196-F4B32119533B}" type="presParOf" srcId="{18E6E08E-9519-4B08-9A85-21A95F5F0531}" destId="{76A8B8E7-2ED0-47D2-AD7B-8E11473E5F4D}" srcOrd="3" destOrd="0" presId="urn:microsoft.com/office/officeart/2005/8/layout/vList2"/>
    <dgm:cxn modelId="{8ABA53C2-D75F-46FB-AF14-840C3904C162}" type="presParOf" srcId="{18E6E08E-9519-4B08-9A85-21A95F5F0531}" destId="{0A176010-1C2D-448D-B840-FF029F89E14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66AB24-5040-4B22-B854-0645CFD6A239}">
      <dsp:nvSpPr>
        <dsp:cNvPr id="0" name=""/>
        <dsp:cNvSpPr/>
      </dsp:nvSpPr>
      <dsp:spPr>
        <a:xfrm>
          <a:off x="1417046" y="0"/>
          <a:ext cx="1303236" cy="126301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dirty="0" smtClean="0"/>
            <a:t>Session 2: The nitty-gritty</a:t>
          </a:r>
          <a:endParaRPr lang="en-GB" sz="2000" kern="1200" dirty="0"/>
        </a:p>
      </dsp:txBody>
      <dsp:txXfrm>
        <a:off x="1478701" y="61655"/>
        <a:ext cx="1179926" cy="11397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A885D-4453-4AE6-9830-739FB7B61353}">
      <dsp:nvSpPr>
        <dsp:cNvPr id="0" name=""/>
        <dsp:cNvSpPr/>
      </dsp:nvSpPr>
      <dsp:spPr>
        <a:xfrm>
          <a:off x="788669" y="0"/>
          <a:ext cx="8938260" cy="13255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BD6FD2-16ED-457A-BCD5-D6C53EC8C5B0}">
      <dsp:nvSpPr>
        <dsp:cNvPr id="0" name=""/>
        <dsp:cNvSpPr/>
      </dsp:nvSpPr>
      <dsp:spPr>
        <a:xfrm>
          <a:off x="3680460" y="397668"/>
          <a:ext cx="3154680" cy="530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kern="1200" smtClean="0"/>
            <a:t>The basics</a:t>
          </a:r>
          <a:endParaRPr lang="en-GB" sz="2200" kern="1200"/>
        </a:p>
      </dsp:txBody>
      <dsp:txXfrm>
        <a:off x="3706343" y="423551"/>
        <a:ext cx="3102914" cy="4784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A5D9F-0379-4BB0-A8CA-B3ED5966EED6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E33CB3-4A82-4188-9557-1609231DDB5A}">
      <dsp:nvSpPr>
        <dsp:cNvPr id="0" name=""/>
        <dsp:cNvSpPr/>
      </dsp:nvSpPr>
      <dsp:spPr>
        <a:xfrm>
          <a:off x="5262" y="1305401"/>
          <a:ext cx="2531343" cy="17405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smtClean="0"/>
            <a:t>How long should the proposal be? (Between 10 &amp; 30 pages).</a:t>
          </a:r>
          <a:endParaRPr lang="en-GB" sz="2400" kern="1200"/>
        </a:p>
      </dsp:txBody>
      <dsp:txXfrm>
        <a:off x="90228" y="1390367"/>
        <a:ext cx="2361411" cy="1570603"/>
      </dsp:txXfrm>
    </dsp:sp>
    <dsp:sp modelId="{8DDCD4B4-F859-4A52-9AE3-2F68AB42E077}">
      <dsp:nvSpPr>
        <dsp:cNvPr id="0" name=""/>
        <dsp:cNvSpPr/>
      </dsp:nvSpPr>
      <dsp:spPr>
        <a:xfrm>
          <a:off x="2663173" y="1305401"/>
          <a:ext cx="2531343" cy="1740535"/>
        </a:xfrm>
        <a:prstGeom prst="roundRect">
          <a:avLst/>
        </a:prstGeom>
        <a:solidFill>
          <a:schemeClr val="accent5">
            <a:hueOff val="-2451115"/>
            <a:satOff val="-3409"/>
            <a:lumOff val="-130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smtClean="0"/>
            <a:t>Should I include sample material?</a:t>
          </a:r>
          <a:endParaRPr lang="en-GB" sz="2400" kern="1200"/>
        </a:p>
      </dsp:txBody>
      <dsp:txXfrm>
        <a:off x="2748139" y="1390367"/>
        <a:ext cx="2361411" cy="1570603"/>
      </dsp:txXfrm>
    </dsp:sp>
    <dsp:sp modelId="{41828565-93FE-4120-9782-31FCA73AFDE3}">
      <dsp:nvSpPr>
        <dsp:cNvPr id="0" name=""/>
        <dsp:cNvSpPr/>
      </dsp:nvSpPr>
      <dsp:spPr>
        <a:xfrm>
          <a:off x="5321083" y="1305401"/>
          <a:ext cx="2531343" cy="1740535"/>
        </a:xfrm>
        <a:prstGeom prst="roundRect">
          <a:avLst/>
        </a:prstGeom>
        <a:solidFill>
          <a:schemeClr val="accent5">
            <a:hueOff val="-4902230"/>
            <a:satOff val="-6819"/>
            <a:lumOff val="-261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kern="1200" smtClean="0"/>
            <a:t>Do I need to use the publisher’s form?</a:t>
          </a:r>
          <a:endParaRPr lang="en-GB" sz="2400" kern="1200"/>
        </a:p>
      </dsp:txBody>
      <dsp:txXfrm>
        <a:off x="5406049" y="1390367"/>
        <a:ext cx="2361411" cy="1570603"/>
      </dsp:txXfrm>
    </dsp:sp>
    <dsp:sp modelId="{23250360-D362-4737-BA89-ABA14FA4FBB2}">
      <dsp:nvSpPr>
        <dsp:cNvPr id="0" name=""/>
        <dsp:cNvSpPr/>
      </dsp:nvSpPr>
      <dsp:spPr>
        <a:xfrm>
          <a:off x="7978993" y="1305401"/>
          <a:ext cx="2531343" cy="1740535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400" i="1" kern="1200" smtClean="0"/>
            <a:t>When </a:t>
          </a:r>
          <a:r>
            <a:rPr lang="en-GB" sz="2400" kern="1200" smtClean="0"/>
            <a:t>should I send in a proposal?</a:t>
          </a:r>
          <a:endParaRPr lang="en-GB" sz="2400" kern="1200"/>
        </a:p>
      </dsp:txBody>
      <dsp:txXfrm>
        <a:off x="8063959" y="1390367"/>
        <a:ext cx="2361411" cy="15706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CD29E4-9EA8-45BD-B6A3-2D6B24538D30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lvl="0" algn="l" defTabSz="2444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5500" kern="1200" smtClean="0"/>
            <a:t>The substance of the proposal</a:t>
          </a:r>
          <a:endParaRPr lang="en-GB" sz="5500" kern="1200"/>
        </a:p>
      </dsp:txBody>
      <dsp:txXfrm>
        <a:off x="64397" y="67590"/>
        <a:ext cx="10386806" cy="11903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B17AB6-1C0B-4DB2-B98D-5F3665DBAFD4}">
      <dsp:nvSpPr>
        <dsp:cNvPr id="0" name=""/>
        <dsp:cNvSpPr/>
      </dsp:nvSpPr>
      <dsp:spPr>
        <a:xfrm>
          <a:off x="0" y="8787"/>
          <a:ext cx="10515600" cy="139658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500" kern="1200" dirty="0" smtClean="0"/>
            <a:t>1.	Title and subtitle. Key differences between academic and trade books.</a:t>
          </a:r>
          <a:endParaRPr lang="en-GB" sz="2500" kern="1200" dirty="0"/>
        </a:p>
      </dsp:txBody>
      <dsp:txXfrm>
        <a:off x="68176" y="76963"/>
        <a:ext cx="10379248" cy="1260235"/>
      </dsp:txXfrm>
    </dsp:sp>
    <dsp:sp modelId="{00AE6A8B-BED0-4952-B0B8-643DB4A07553}">
      <dsp:nvSpPr>
        <dsp:cNvPr id="0" name=""/>
        <dsp:cNvSpPr/>
      </dsp:nvSpPr>
      <dsp:spPr>
        <a:xfrm>
          <a:off x="0" y="1477375"/>
          <a:ext cx="10515600" cy="1396587"/>
        </a:xfrm>
        <a:prstGeom prst="roundRect">
          <a:avLst/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500" kern="1200" smtClean="0"/>
            <a:t>2.	Brief description of project’s scope and content. Include key selling points – and your Why This, (Why Me), Why Now statement.</a:t>
          </a:r>
          <a:endParaRPr lang="en-GB" sz="2500" kern="1200"/>
        </a:p>
      </dsp:txBody>
      <dsp:txXfrm>
        <a:off x="68176" y="1545551"/>
        <a:ext cx="10379248" cy="1260235"/>
      </dsp:txXfrm>
    </dsp:sp>
    <dsp:sp modelId="{CDED37D7-D84F-4E29-A638-DC0F9E55C843}">
      <dsp:nvSpPr>
        <dsp:cNvPr id="0" name=""/>
        <dsp:cNvSpPr/>
      </dsp:nvSpPr>
      <dsp:spPr>
        <a:xfrm>
          <a:off x="0" y="2945962"/>
          <a:ext cx="10515600" cy="1396587"/>
        </a:xfrm>
        <a:prstGeom prst="roundRect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500" kern="1200" smtClean="0"/>
            <a:t>3.	Proposed content. Chapter by chapter synopsis (probably). Try to limit yourself to one paragraph per chapter (for an academic proposal); keep paragraphs of roughly equal length.</a:t>
          </a:r>
          <a:endParaRPr lang="en-GB" sz="2500" kern="1200"/>
        </a:p>
      </dsp:txBody>
      <dsp:txXfrm>
        <a:off x="68176" y="3014138"/>
        <a:ext cx="10379248" cy="126023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6D8F8E-4A3E-4F9C-872F-B9B8EF290536}">
      <dsp:nvSpPr>
        <dsp:cNvPr id="0" name=""/>
        <dsp:cNvSpPr/>
      </dsp:nvSpPr>
      <dsp:spPr>
        <a:xfrm rot="10800000">
          <a:off x="2092753" y="0"/>
          <a:ext cx="6992874" cy="132556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84536" tIns="217170" rIns="405384" bIns="217170" numCol="1" spcCol="1270" anchor="ctr" anchorCtr="0">
          <a:noAutofit/>
        </a:bodyPr>
        <a:lstStyle/>
        <a:p>
          <a:pPr lvl="0" algn="ctr" defTabSz="2533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5700" kern="1200" smtClean="0"/>
            <a:t>Language and tone</a:t>
          </a:r>
          <a:endParaRPr lang="en-GB" sz="5700" kern="1200"/>
        </a:p>
      </dsp:txBody>
      <dsp:txXfrm rot="10800000">
        <a:off x="2424144" y="0"/>
        <a:ext cx="6661483" cy="1325563"/>
      </dsp:txXfrm>
    </dsp:sp>
    <dsp:sp modelId="{72857858-F584-47CE-9961-F3A2FFC49676}">
      <dsp:nvSpPr>
        <dsp:cNvPr id="0" name=""/>
        <dsp:cNvSpPr/>
      </dsp:nvSpPr>
      <dsp:spPr>
        <a:xfrm>
          <a:off x="1429972" y="0"/>
          <a:ext cx="1325563" cy="1325563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8FD7D6-C5E4-4DAD-87F8-68B69EB40C7B}">
      <dsp:nvSpPr>
        <dsp:cNvPr id="0" name=""/>
        <dsp:cNvSpPr/>
      </dsp:nvSpPr>
      <dsp:spPr>
        <a:xfrm rot="16200000">
          <a:off x="-505650" y="506933"/>
          <a:ext cx="4351338" cy="3337470"/>
        </a:xfrm>
        <a:prstGeom prst="flowChartManualOperati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500" bIns="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smtClean="0"/>
            <a:t>Be as positive and dynamic as possible while avoiding hyperbole.</a:t>
          </a:r>
          <a:endParaRPr lang="en-GB" sz="2000" kern="1200"/>
        </a:p>
      </dsp:txBody>
      <dsp:txXfrm rot="5400000">
        <a:off x="1284" y="870267"/>
        <a:ext cx="3337470" cy="2610802"/>
      </dsp:txXfrm>
    </dsp:sp>
    <dsp:sp modelId="{B2A7F943-5AF0-4CE8-9D0D-EB267097DF8E}">
      <dsp:nvSpPr>
        <dsp:cNvPr id="0" name=""/>
        <dsp:cNvSpPr/>
      </dsp:nvSpPr>
      <dsp:spPr>
        <a:xfrm rot="16200000">
          <a:off x="3082131" y="506933"/>
          <a:ext cx="4351338" cy="3337470"/>
        </a:xfrm>
        <a:prstGeom prst="flowChartManualOperation">
          <a:avLst/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500" bIns="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smtClean="0"/>
            <a:t>Useful words: “key”, “vital”, “novel”, “compelling”, “challenges X”, “groundbreaking”, “powerful”, “revelatory” (and for trade books), “gripping narrative”, “fast-paced”, “rich in anecdote”, “dramatic human story”.</a:t>
          </a:r>
          <a:endParaRPr lang="en-GB" sz="2000" kern="1200"/>
        </a:p>
      </dsp:txBody>
      <dsp:txXfrm rot="5400000">
        <a:off x="3589065" y="870267"/>
        <a:ext cx="3337470" cy="2610802"/>
      </dsp:txXfrm>
    </dsp:sp>
    <dsp:sp modelId="{49628490-0554-46A3-8D8D-52F68ADD747B}">
      <dsp:nvSpPr>
        <dsp:cNvPr id="0" name=""/>
        <dsp:cNvSpPr/>
      </dsp:nvSpPr>
      <dsp:spPr>
        <a:xfrm rot="16200000">
          <a:off x="6669912" y="506933"/>
          <a:ext cx="4351338" cy="3337470"/>
        </a:xfrm>
        <a:prstGeom prst="flowChartManualOperation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500" bIns="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000" kern="1200" smtClean="0"/>
            <a:t>Use the proposal to give the reader a sense of what it would be like to read the book.</a:t>
          </a:r>
          <a:endParaRPr lang="en-GB" sz="2000" kern="1200"/>
        </a:p>
      </dsp:txBody>
      <dsp:txXfrm rot="5400000">
        <a:off x="7176846" y="870267"/>
        <a:ext cx="3337470" cy="26108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2CDE2D-8EDA-47D7-AB4D-00EDE6234BCB}">
      <dsp:nvSpPr>
        <dsp:cNvPr id="0" name=""/>
        <dsp:cNvSpPr/>
      </dsp:nvSpPr>
      <dsp:spPr>
        <a:xfrm>
          <a:off x="0" y="0"/>
          <a:ext cx="4351338" cy="4351338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CD9CA8C-48B2-4070-90BF-BD22EAACB3B4}">
      <dsp:nvSpPr>
        <dsp:cNvPr id="0" name=""/>
        <dsp:cNvSpPr/>
      </dsp:nvSpPr>
      <dsp:spPr>
        <a:xfrm>
          <a:off x="2175669" y="0"/>
          <a:ext cx="6397986" cy="435133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smtClean="0"/>
            <a:t>Deploy evidence of interest in the topic</a:t>
          </a:r>
          <a:endParaRPr lang="en-GB" sz="1900" kern="1200"/>
        </a:p>
      </dsp:txBody>
      <dsp:txXfrm>
        <a:off x="2175669" y="0"/>
        <a:ext cx="6397986" cy="696214"/>
      </dsp:txXfrm>
    </dsp:sp>
    <dsp:sp modelId="{1CD33200-2270-4F9F-A531-17FE5EF01589}">
      <dsp:nvSpPr>
        <dsp:cNvPr id="0" name=""/>
        <dsp:cNvSpPr/>
      </dsp:nvSpPr>
      <dsp:spPr>
        <a:xfrm>
          <a:off x="456890" y="696214"/>
          <a:ext cx="3437557" cy="3437557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5">
                <a:hueOff val="-1838336"/>
                <a:satOff val="-2557"/>
                <a:lumOff val="-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838336"/>
                <a:satOff val="-2557"/>
                <a:lumOff val="-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838336"/>
                <a:satOff val="-2557"/>
                <a:lumOff val="-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51A8902-0F24-41BB-B5E0-5984212EE1AF}">
      <dsp:nvSpPr>
        <dsp:cNvPr id="0" name=""/>
        <dsp:cNvSpPr/>
      </dsp:nvSpPr>
      <dsp:spPr>
        <a:xfrm>
          <a:off x="2175669" y="696214"/>
          <a:ext cx="6397986" cy="343755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1838336"/>
              <a:satOff val="-2557"/>
              <a:lumOff val="-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smtClean="0"/>
            <a:t>Main audience for the work – academics, students, practitioners, general readers?</a:t>
          </a:r>
          <a:endParaRPr lang="en-GB" sz="1900" kern="1200"/>
        </a:p>
      </dsp:txBody>
      <dsp:txXfrm>
        <a:off x="2175669" y="696214"/>
        <a:ext cx="6397986" cy="696214"/>
      </dsp:txXfrm>
    </dsp:sp>
    <dsp:sp modelId="{AC5CEF2A-90C7-4AE2-9957-567B8DA53FCB}">
      <dsp:nvSpPr>
        <dsp:cNvPr id="0" name=""/>
        <dsp:cNvSpPr/>
      </dsp:nvSpPr>
      <dsp:spPr>
        <a:xfrm>
          <a:off x="913780" y="1392428"/>
          <a:ext cx="2523776" cy="2523776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5">
                <a:hueOff val="-3676672"/>
                <a:satOff val="-5114"/>
                <a:lumOff val="-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676672"/>
                <a:satOff val="-5114"/>
                <a:lumOff val="-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676672"/>
                <a:satOff val="-5114"/>
                <a:lumOff val="-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BAD3BE0-DC62-4C0D-B07A-D67C2176DD89}">
      <dsp:nvSpPr>
        <dsp:cNvPr id="0" name=""/>
        <dsp:cNvSpPr/>
      </dsp:nvSpPr>
      <dsp:spPr>
        <a:xfrm>
          <a:off x="2175669" y="1392428"/>
          <a:ext cx="6397986" cy="252377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3676672"/>
              <a:satOff val="-5114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smtClean="0"/>
            <a:t>What is (are) the subject area(s)?</a:t>
          </a:r>
          <a:endParaRPr lang="en-GB" sz="1900" kern="1200"/>
        </a:p>
      </dsp:txBody>
      <dsp:txXfrm>
        <a:off x="2175669" y="1392428"/>
        <a:ext cx="6397986" cy="696214"/>
      </dsp:txXfrm>
    </dsp:sp>
    <dsp:sp modelId="{36BF27A2-C524-41DC-ABCC-D6E02DEC5EFF}">
      <dsp:nvSpPr>
        <dsp:cNvPr id="0" name=""/>
        <dsp:cNvSpPr/>
      </dsp:nvSpPr>
      <dsp:spPr>
        <a:xfrm>
          <a:off x="1370671" y="2088642"/>
          <a:ext cx="1609995" cy="1609995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5">
                <a:hueOff val="-5515009"/>
                <a:satOff val="-7671"/>
                <a:lumOff val="-29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515009"/>
                <a:satOff val="-7671"/>
                <a:lumOff val="-29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515009"/>
                <a:satOff val="-7671"/>
                <a:lumOff val="-29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9CB5132-2FC8-4992-B534-24BD0A921818}">
      <dsp:nvSpPr>
        <dsp:cNvPr id="0" name=""/>
        <dsp:cNvSpPr/>
      </dsp:nvSpPr>
      <dsp:spPr>
        <a:xfrm>
          <a:off x="2175669" y="2088642"/>
          <a:ext cx="6397986" cy="160999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5515009"/>
              <a:satOff val="-7671"/>
              <a:lumOff val="-294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smtClean="0"/>
            <a:t>Mention scholarly societies, professional bodies, etc.</a:t>
          </a:r>
          <a:endParaRPr lang="en-GB" sz="1900" kern="1200"/>
        </a:p>
      </dsp:txBody>
      <dsp:txXfrm>
        <a:off x="2175669" y="2088642"/>
        <a:ext cx="6397986" cy="696214"/>
      </dsp:txXfrm>
    </dsp:sp>
    <dsp:sp modelId="{17944A0C-0516-42A3-952C-C9BDBD0C5058}">
      <dsp:nvSpPr>
        <dsp:cNvPr id="0" name=""/>
        <dsp:cNvSpPr/>
      </dsp:nvSpPr>
      <dsp:spPr>
        <a:xfrm>
          <a:off x="1827561" y="2784856"/>
          <a:ext cx="696214" cy="696214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5">
                <a:hueOff val="-7353344"/>
                <a:satOff val="-10228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353344"/>
                <a:satOff val="-10228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353344"/>
                <a:satOff val="-10228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2550C3D-4B2D-4C84-9ABE-53D8D2DF30ED}">
      <dsp:nvSpPr>
        <dsp:cNvPr id="0" name=""/>
        <dsp:cNvSpPr/>
      </dsp:nvSpPr>
      <dsp:spPr>
        <a:xfrm>
          <a:off x="2175669" y="2784856"/>
          <a:ext cx="6397986" cy="69621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smtClean="0"/>
            <a:t>Be realistic but rack your brains for all possible markets.</a:t>
          </a:r>
          <a:endParaRPr lang="en-GB" sz="1900" kern="1200"/>
        </a:p>
      </dsp:txBody>
      <dsp:txXfrm>
        <a:off x="2175669" y="2784856"/>
        <a:ext cx="6397986" cy="69621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2AB359-5440-4AB6-96AD-018C828A9400}">
      <dsp:nvSpPr>
        <dsp:cNvPr id="0" name=""/>
        <dsp:cNvSpPr/>
      </dsp:nvSpPr>
      <dsp:spPr>
        <a:xfrm>
          <a:off x="759687" y="0"/>
          <a:ext cx="8996224" cy="1325563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844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6400" kern="1200" smtClean="0"/>
            <a:t>Competition</a:t>
          </a:r>
          <a:endParaRPr lang="en-GB" sz="6400" kern="1200"/>
        </a:p>
      </dsp:txBody>
      <dsp:txXfrm>
        <a:off x="2077154" y="194124"/>
        <a:ext cx="6361290" cy="93731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753277-5528-45F8-B887-F1D48957AE72}">
      <dsp:nvSpPr>
        <dsp:cNvPr id="0" name=""/>
        <dsp:cNvSpPr/>
      </dsp:nvSpPr>
      <dsp:spPr>
        <a:xfrm>
          <a:off x="0" y="427081"/>
          <a:ext cx="10515600" cy="107932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l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500" kern="1200" smtClean="0"/>
            <a:t>This is </a:t>
          </a:r>
          <a:r>
            <a:rPr lang="en-GB" sz="4500" i="1" kern="1200" smtClean="0"/>
            <a:t>not</a:t>
          </a:r>
          <a:r>
            <a:rPr lang="en-GB" sz="4500" kern="1200" smtClean="0"/>
            <a:t> a literature review.</a:t>
          </a:r>
          <a:endParaRPr lang="en-GB" sz="4500" kern="1200"/>
        </a:p>
      </dsp:txBody>
      <dsp:txXfrm>
        <a:off x="52688" y="479769"/>
        <a:ext cx="10410224" cy="973949"/>
      </dsp:txXfrm>
    </dsp:sp>
    <dsp:sp modelId="{B1973C91-2CC1-411A-98D0-FA327E5E7D2C}">
      <dsp:nvSpPr>
        <dsp:cNvPr id="0" name=""/>
        <dsp:cNvSpPr/>
      </dsp:nvSpPr>
      <dsp:spPr>
        <a:xfrm>
          <a:off x="0" y="1636006"/>
          <a:ext cx="10515600" cy="1079325"/>
        </a:xfrm>
        <a:prstGeom prst="round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l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500" kern="1200" smtClean="0"/>
            <a:t>No need to attack/undermine other works.</a:t>
          </a:r>
          <a:endParaRPr lang="en-GB" sz="4500" kern="1200"/>
        </a:p>
      </dsp:txBody>
      <dsp:txXfrm>
        <a:off x="52688" y="1688694"/>
        <a:ext cx="10410224" cy="973949"/>
      </dsp:txXfrm>
    </dsp:sp>
    <dsp:sp modelId="{16629F86-E99B-4FF3-A70D-C0B87E2763C4}">
      <dsp:nvSpPr>
        <dsp:cNvPr id="0" name=""/>
        <dsp:cNvSpPr/>
      </dsp:nvSpPr>
      <dsp:spPr>
        <a:xfrm>
          <a:off x="0" y="2844931"/>
          <a:ext cx="10515600" cy="1079325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l" defTabSz="2000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500" kern="1200" smtClean="0"/>
            <a:t>This is to give a frame of reference. </a:t>
          </a:r>
          <a:endParaRPr lang="en-GB" sz="4500" kern="1200"/>
        </a:p>
      </dsp:txBody>
      <dsp:txXfrm>
        <a:off x="52688" y="2897619"/>
        <a:ext cx="10410224" cy="97394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7CA93F-FCC6-4756-B832-B9B4518ADDA6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lvl="0" algn="l" defTabSz="2444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5500" kern="1200" smtClean="0"/>
            <a:t>Additional information</a:t>
          </a:r>
          <a:endParaRPr lang="en-GB" sz="5500" kern="1200"/>
        </a:p>
      </dsp:txBody>
      <dsp:txXfrm>
        <a:off x="64397" y="67590"/>
        <a:ext cx="10386806" cy="119038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4C201B-9E09-43CE-AA9B-3C8C9AECB398}">
      <dsp:nvSpPr>
        <dsp:cNvPr id="0" name=""/>
        <dsp:cNvSpPr/>
      </dsp:nvSpPr>
      <dsp:spPr>
        <a:xfrm>
          <a:off x="2207" y="0"/>
          <a:ext cx="3435027" cy="43513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smtClean="0"/>
            <a:t>Length (in thousands of words).</a:t>
          </a:r>
          <a:endParaRPr lang="en-GB" sz="1800" kern="1200"/>
        </a:p>
      </dsp:txBody>
      <dsp:txXfrm>
        <a:off x="2207" y="1740535"/>
        <a:ext cx="3435027" cy="1740535"/>
      </dsp:txXfrm>
    </dsp:sp>
    <dsp:sp modelId="{9B28A955-5723-48A1-9632-7ED85CB39A69}">
      <dsp:nvSpPr>
        <dsp:cNvPr id="0" name=""/>
        <dsp:cNvSpPr/>
      </dsp:nvSpPr>
      <dsp:spPr>
        <a:xfrm>
          <a:off x="995223" y="261080"/>
          <a:ext cx="1448995" cy="1448995"/>
        </a:xfrm>
        <a:prstGeom prst="ellipse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  <a:sp3d z="57200" extrusionH="10600" prstMaterial="plastic">
          <a:bevelT w="101600" h="8600" prst="relaxedInset"/>
          <a:bevelB w="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6331D0D-1511-4475-B4FB-965272501771}">
      <dsp:nvSpPr>
        <dsp:cNvPr id="0" name=""/>
        <dsp:cNvSpPr/>
      </dsp:nvSpPr>
      <dsp:spPr>
        <a:xfrm>
          <a:off x="3540286" y="0"/>
          <a:ext cx="3435027" cy="43513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smtClean="0"/>
            <a:t>Has any of your work included in this manuscript been published previously? Is the book based on your PhD? If so, is your thesis available electronically?</a:t>
          </a:r>
          <a:endParaRPr lang="en-GB" sz="1800" kern="1200"/>
        </a:p>
      </dsp:txBody>
      <dsp:txXfrm>
        <a:off x="3540286" y="1740535"/>
        <a:ext cx="3435027" cy="1740535"/>
      </dsp:txXfrm>
    </dsp:sp>
    <dsp:sp modelId="{4B041B37-4FA7-4E5B-8026-377268D3BE1E}">
      <dsp:nvSpPr>
        <dsp:cNvPr id="0" name=""/>
        <dsp:cNvSpPr/>
      </dsp:nvSpPr>
      <dsp:spPr>
        <a:xfrm>
          <a:off x="4533302" y="261080"/>
          <a:ext cx="1448995" cy="1448995"/>
        </a:xfrm>
        <a:prstGeom prst="ellipse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>
          <a:noFill/>
        </a:ln>
        <a:effectLst/>
        <a:sp3d z="57200" extrusionH="10600" prstMaterial="plastic">
          <a:bevelT w="101600" h="8600" prst="relaxedInset"/>
          <a:bevelB w="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4D85C51-1026-4D62-8E85-48955815F137}">
      <dsp:nvSpPr>
        <dsp:cNvPr id="0" name=""/>
        <dsp:cNvSpPr/>
      </dsp:nvSpPr>
      <dsp:spPr>
        <a:xfrm>
          <a:off x="7078364" y="0"/>
          <a:ext cx="3435027" cy="43513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kern="1200" dirty="0" smtClean="0"/>
            <a:t>Delivery date.</a:t>
          </a:r>
          <a:endParaRPr lang="en-GB" sz="1800" kern="1200" dirty="0"/>
        </a:p>
      </dsp:txBody>
      <dsp:txXfrm>
        <a:off x="7078364" y="1740535"/>
        <a:ext cx="3435027" cy="1740535"/>
      </dsp:txXfrm>
    </dsp:sp>
    <dsp:sp modelId="{F5AF8954-450D-4863-95BB-C918E95C1E57}">
      <dsp:nvSpPr>
        <dsp:cNvPr id="0" name=""/>
        <dsp:cNvSpPr/>
      </dsp:nvSpPr>
      <dsp:spPr>
        <a:xfrm>
          <a:off x="8071380" y="261080"/>
          <a:ext cx="1448995" cy="1448995"/>
        </a:xfrm>
        <a:prstGeom prst="ellipse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>
          <a:noFill/>
        </a:ln>
        <a:effectLst/>
        <a:sp3d z="57200" extrusionH="10600" prstMaterial="plastic">
          <a:bevelT w="101600" h="8600" prst="relaxedInset"/>
          <a:bevelB w="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CE722E5-CF9B-44E8-A86C-88782548CD92}">
      <dsp:nvSpPr>
        <dsp:cNvPr id="0" name=""/>
        <dsp:cNvSpPr/>
      </dsp:nvSpPr>
      <dsp:spPr>
        <a:xfrm>
          <a:off x="420623" y="3481070"/>
          <a:ext cx="9674352" cy="652700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57200" extrusionH="600" contourW="3000" prstMaterial="plastic">
          <a:bevelT w="80600" h="18600" prst="relaxedInset"/>
          <a:bevelB w="80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C0755D-EC93-46A0-B2FA-1B762C5150D1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lvl="0" algn="l" defTabSz="2444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5500" kern="1200" smtClean="0"/>
            <a:t>Author information</a:t>
          </a:r>
          <a:endParaRPr lang="en-GB" sz="5500" kern="1200"/>
        </a:p>
      </dsp:txBody>
      <dsp:txXfrm>
        <a:off x="64397" y="67590"/>
        <a:ext cx="10386806" cy="119038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7BAFF-C05B-45C8-BC74-86681433AF90}">
      <dsp:nvSpPr>
        <dsp:cNvPr id="0" name=""/>
        <dsp:cNvSpPr/>
      </dsp:nvSpPr>
      <dsp:spPr>
        <a:xfrm>
          <a:off x="0" y="99134"/>
          <a:ext cx="10515600" cy="11272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lvl="0" algn="l" defTabSz="20891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700" kern="1200" smtClean="0"/>
            <a:t>Dealing with referee/editorial comments</a:t>
          </a:r>
          <a:endParaRPr lang="en-GB" sz="4700" kern="1200"/>
        </a:p>
      </dsp:txBody>
      <dsp:txXfrm>
        <a:off x="55030" y="154164"/>
        <a:ext cx="10405540" cy="101723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9F333D-4518-4BC3-8E83-10AC783B6C65}">
      <dsp:nvSpPr>
        <dsp:cNvPr id="0" name=""/>
        <dsp:cNvSpPr/>
      </dsp:nvSpPr>
      <dsp:spPr>
        <a:xfrm>
          <a:off x="0" y="0"/>
          <a:ext cx="2053828" cy="435133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kern="1200" smtClean="0"/>
            <a:t>Address everything.</a:t>
          </a:r>
          <a:endParaRPr lang="en-GB" sz="2200" kern="1200"/>
        </a:p>
      </dsp:txBody>
      <dsp:txXfrm>
        <a:off x="0" y="1740535"/>
        <a:ext cx="2053828" cy="1740535"/>
      </dsp:txXfrm>
    </dsp:sp>
    <dsp:sp modelId="{32BE1141-0507-4D25-AA5C-8FE4F049B819}">
      <dsp:nvSpPr>
        <dsp:cNvPr id="0" name=""/>
        <dsp:cNvSpPr/>
      </dsp:nvSpPr>
      <dsp:spPr>
        <a:xfrm>
          <a:off x="302416" y="261080"/>
          <a:ext cx="1448995" cy="1448995"/>
        </a:xfrm>
        <a:prstGeom prst="ellipse">
          <a:avLst/>
        </a:prstGeom>
        <a:blipFill rotWithShape="1">
          <a:blip xmlns:r="http://schemas.openxmlformats.org/officeDocument/2006/relationships" r:embed="rId1">
            <a:duotone>
              <a:schemeClr val="accent5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5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AE80F7-322E-43E2-8B24-C6DDDEE23726}">
      <dsp:nvSpPr>
        <dsp:cNvPr id="0" name=""/>
        <dsp:cNvSpPr/>
      </dsp:nvSpPr>
      <dsp:spPr>
        <a:xfrm>
          <a:off x="2115442" y="0"/>
          <a:ext cx="2053828" cy="4351338"/>
        </a:xfrm>
        <a:prstGeom prst="roundRect">
          <a:avLst>
            <a:gd name="adj" fmla="val 10000"/>
          </a:avLst>
        </a:prstGeom>
        <a:solidFill>
          <a:schemeClr val="accent5">
            <a:hueOff val="-1838336"/>
            <a:satOff val="-2557"/>
            <a:lumOff val="-981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kern="1200" smtClean="0"/>
            <a:t>Don’t get mad – get even.</a:t>
          </a:r>
          <a:endParaRPr lang="en-GB" sz="2200" kern="1200"/>
        </a:p>
      </dsp:txBody>
      <dsp:txXfrm>
        <a:off x="2115442" y="1740535"/>
        <a:ext cx="2053828" cy="1740535"/>
      </dsp:txXfrm>
    </dsp:sp>
    <dsp:sp modelId="{E365080C-6D9A-4B61-999B-4A0E3E142857}">
      <dsp:nvSpPr>
        <dsp:cNvPr id="0" name=""/>
        <dsp:cNvSpPr/>
      </dsp:nvSpPr>
      <dsp:spPr>
        <a:xfrm>
          <a:off x="2417859" y="261080"/>
          <a:ext cx="1448995" cy="1448995"/>
        </a:xfrm>
        <a:prstGeom prst="ellipse">
          <a:avLst/>
        </a:prstGeom>
        <a:blipFill rotWithShape="1">
          <a:blip xmlns:r="http://schemas.openxmlformats.org/officeDocument/2006/relationships" r:embed="rId2">
            <a:duotone>
              <a:schemeClr val="accent5">
                <a:hueOff val="-1847243"/>
                <a:satOff val="-3249"/>
                <a:lumOff val="-418"/>
                <a:alphaOff val="0"/>
                <a:shade val="20000"/>
                <a:satMod val="200000"/>
              </a:schemeClr>
              <a:schemeClr val="accent5">
                <a:hueOff val="-1847243"/>
                <a:satOff val="-3249"/>
                <a:lumOff val="-418"/>
                <a:alphaOff val="0"/>
                <a:tint val="12000"/>
                <a:satMod val="190000"/>
              </a:schemeClr>
            </a:duotone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A8146F-F75B-4416-96E4-D9F98176F4C6}">
      <dsp:nvSpPr>
        <dsp:cNvPr id="0" name=""/>
        <dsp:cNvSpPr/>
      </dsp:nvSpPr>
      <dsp:spPr>
        <a:xfrm>
          <a:off x="4230885" y="0"/>
          <a:ext cx="2053828" cy="4351338"/>
        </a:xfrm>
        <a:prstGeom prst="roundRect">
          <a:avLst>
            <a:gd name="adj" fmla="val 10000"/>
          </a:avLst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kern="1200" smtClean="0"/>
            <a:t>Accept suggestions if you reasonably can.</a:t>
          </a:r>
          <a:endParaRPr lang="en-GB" sz="2200" kern="1200"/>
        </a:p>
      </dsp:txBody>
      <dsp:txXfrm>
        <a:off x="4230885" y="1740535"/>
        <a:ext cx="2053828" cy="1740535"/>
      </dsp:txXfrm>
    </dsp:sp>
    <dsp:sp modelId="{418D70A8-2DFF-449F-B35E-4B2D8D7D108F}">
      <dsp:nvSpPr>
        <dsp:cNvPr id="0" name=""/>
        <dsp:cNvSpPr/>
      </dsp:nvSpPr>
      <dsp:spPr>
        <a:xfrm>
          <a:off x="4533302" y="261080"/>
          <a:ext cx="1448995" cy="1448995"/>
        </a:xfrm>
        <a:prstGeom prst="ellipse">
          <a:avLst/>
        </a:prstGeom>
        <a:blipFill rotWithShape="1">
          <a:blip xmlns:r="http://schemas.openxmlformats.org/officeDocument/2006/relationships" r:embed="rId3">
            <a:duotone>
              <a:schemeClr val="accent5">
                <a:hueOff val="-3694485"/>
                <a:satOff val="-6499"/>
                <a:lumOff val="-836"/>
                <a:alphaOff val="0"/>
                <a:shade val="20000"/>
                <a:satMod val="200000"/>
              </a:schemeClr>
              <a:schemeClr val="accent5">
                <a:hueOff val="-3694485"/>
                <a:satOff val="-6499"/>
                <a:lumOff val="-836"/>
                <a:alphaOff val="0"/>
                <a:tint val="12000"/>
                <a:satMod val="190000"/>
              </a:schemeClr>
            </a:duotone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3A45BF-1A32-4CFB-A3F5-BFF393983CD7}">
      <dsp:nvSpPr>
        <dsp:cNvPr id="0" name=""/>
        <dsp:cNvSpPr/>
      </dsp:nvSpPr>
      <dsp:spPr>
        <a:xfrm>
          <a:off x="6346328" y="0"/>
          <a:ext cx="2053828" cy="4351338"/>
        </a:xfrm>
        <a:prstGeom prst="roundRect">
          <a:avLst>
            <a:gd name="adj" fmla="val 10000"/>
          </a:avLst>
        </a:prstGeom>
        <a:solidFill>
          <a:schemeClr val="accent5">
            <a:hueOff val="-5515009"/>
            <a:satOff val="-7671"/>
            <a:lumOff val="-2942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kern="1200" smtClean="0"/>
            <a:t>But don’t give hostages to fortune.</a:t>
          </a:r>
          <a:endParaRPr lang="en-GB" sz="2200" kern="1200"/>
        </a:p>
      </dsp:txBody>
      <dsp:txXfrm>
        <a:off x="6346328" y="1740535"/>
        <a:ext cx="2053828" cy="1740535"/>
      </dsp:txXfrm>
    </dsp:sp>
    <dsp:sp modelId="{D4278DA7-C87C-469F-A8E0-FC57D4545315}">
      <dsp:nvSpPr>
        <dsp:cNvPr id="0" name=""/>
        <dsp:cNvSpPr/>
      </dsp:nvSpPr>
      <dsp:spPr>
        <a:xfrm>
          <a:off x="6648745" y="261080"/>
          <a:ext cx="1448995" cy="1448995"/>
        </a:xfrm>
        <a:prstGeom prst="ellipse">
          <a:avLst/>
        </a:prstGeom>
        <a:blipFill rotWithShape="1">
          <a:blip xmlns:r="http://schemas.openxmlformats.org/officeDocument/2006/relationships" r:embed="rId4">
            <a:duotone>
              <a:schemeClr val="accent5">
                <a:hueOff val="-5541728"/>
                <a:satOff val="-9748"/>
                <a:lumOff val="-1254"/>
                <a:alphaOff val="0"/>
                <a:shade val="20000"/>
                <a:satMod val="200000"/>
              </a:schemeClr>
              <a:schemeClr val="accent5">
                <a:hueOff val="-5541728"/>
                <a:satOff val="-9748"/>
                <a:lumOff val="-1254"/>
                <a:alphaOff val="0"/>
                <a:tint val="12000"/>
                <a:satMod val="190000"/>
              </a:schemeClr>
            </a:duotone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6788C4-704E-479B-A069-7DF594A20B21}">
      <dsp:nvSpPr>
        <dsp:cNvPr id="0" name=""/>
        <dsp:cNvSpPr/>
      </dsp:nvSpPr>
      <dsp:spPr>
        <a:xfrm>
          <a:off x="8461771" y="0"/>
          <a:ext cx="2053828" cy="4351338"/>
        </a:xfrm>
        <a:prstGeom prst="roundRect">
          <a:avLst>
            <a:gd name="adj" fmla="val 1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kern="1200" smtClean="0"/>
            <a:t>Try to say “Yes, but” rather than “No”.</a:t>
          </a:r>
          <a:endParaRPr lang="en-GB" sz="2200" kern="1200"/>
        </a:p>
      </dsp:txBody>
      <dsp:txXfrm>
        <a:off x="8461771" y="1740535"/>
        <a:ext cx="2053828" cy="1740535"/>
      </dsp:txXfrm>
    </dsp:sp>
    <dsp:sp modelId="{2CD0D990-FFDC-4478-B861-004E26864D90}">
      <dsp:nvSpPr>
        <dsp:cNvPr id="0" name=""/>
        <dsp:cNvSpPr/>
      </dsp:nvSpPr>
      <dsp:spPr>
        <a:xfrm>
          <a:off x="8764188" y="261080"/>
          <a:ext cx="1448995" cy="1448995"/>
        </a:xfrm>
        <a:prstGeom prst="ellipse">
          <a:avLst/>
        </a:prstGeom>
        <a:blipFill rotWithShape="1">
          <a:blip xmlns:r="http://schemas.openxmlformats.org/officeDocument/2006/relationships" r:embed="rId5">
            <a:duotone>
              <a:schemeClr val="accent5">
                <a:hueOff val="-7388970"/>
                <a:satOff val="-12997"/>
                <a:lumOff val="-1672"/>
                <a:alphaOff val="0"/>
                <a:shade val="20000"/>
                <a:satMod val="200000"/>
              </a:schemeClr>
              <a:schemeClr val="accent5">
                <a:hueOff val="-7388970"/>
                <a:satOff val="-12997"/>
                <a:lumOff val="-1672"/>
                <a:alphaOff val="0"/>
                <a:tint val="12000"/>
                <a:satMod val="190000"/>
              </a:schemeClr>
            </a:duotone>
          </a:blip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F81C1F-3052-403F-B487-64B3F55F28EB}">
      <dsp:nvSpPr>
        <dsp:cNvPr id="0" name=""/>
        <dsp:cNvSpPr/>
      </dsp:nvSpPr>
      <dsp:spPr>
        <a:xfrm>
          <a:off x="420623" y="3481070"/>
          <a:ext cx="9674352" cy="652700"/>
        </a:xfrm>
        <a:prstGeom prst="left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149915-DB88-495E-83C4-2797D7CA8180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lvl="0" algn="l" defTabSz="2444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5500" kern="1200" smtClean="0"/>
            <a:t>If offered a contract …</a:t>
          </a:r>
          <a:endParaRPr lang="en-GB" sz="5500" kern="1200"/>
        </a:p>
      </dsp:txBody>
      <dsp:txXfrm>
        <a:off x="64397" y="67590"/>
        <a:ext cx="10386806" cy="1190381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31D0E6-BE0E-4B5B-8C55-E37FC95C8FCC}">
      <dsp:nvSpPr>
        <dsp:cNvPr id="0" name=""/>
        <dsp:cNvSpPr/>
      </dsp:nvSpPr>
      <dsp:spPr>
        <a:xfrm>
          <a:off x="0" y="0"/>
          <a:ext cx="4351338" cy="4351338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70B1C36-5C76-4D7E-B544-4EF2F370EC57}">
      <dsp:nvSpPr>
        <dsp:cNvPr id="0" name=""/>
        <dsp:cNvSpPr/>
      </dsp:nvSpPr>
      <dsp:spPr>
        <a:xfrm>
          <a:off x="2175669" y="0"/>
          <a:ext cx="8339931" cy="435133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smtClean="0"/>
            <a:t>Consider joining Society of Authors and using their contract-reading service (if you have doubts).</a:t>
          </a:r>
          <a:endParaRPr lang="en-GB" sz="1900" kern="1200"/>
        </a:p>
      </dsp:txBody>
      <dsp:txXfrm>
        <a:off x="2175669" y="0"/>
        <a:ext cx="8339931" cy="696214"/>
      </dsp:txXfrm>
    </dsp:sp>
    <dsp:sp modelId="{5D0FE47C-D482-484A-A0C3-346390433ACF}">
      <dsp:nvSpPr>
        <dsp:cNvPr id="0" name=""/>
        <dsp:cNvSpPr/>
      </dsp:nvSpPr>
      <dsp:spPr>
        <a:xfrm>
          <a:off x="456890" y="696214"/>
          <a:ext cx="3437557" cy="3437557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hueOff val="2598923"/>
            <a:satOff val="-11992"/>
            <a:lumOff val="44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0135D6-2DA8-458F-A47E-9907F212F394}">
      <dsp:nvSpPr>
        <dsp:cNvPr id="0" name=""/>
        <dsp:cNvSpPr/>
      </dsp:nvSpPr>
      <dsp:spPr>
        <a:xfrm>
          <a:off x="2175669" y="696214"/>
          <a:ext cx="8339931" cy="343755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smtClean="0"/>
            <a:t>Think about negotiating …</a:t>
          </a:r>
          <a:endParaRPr lang="en-GB" sz="1900" kern="1200"/>
        </a:p>
      </dsp:txBody>
      <dsp:txXfrm>
        <a:off x="2175669" y="696214"/>
        <a:ext cx="8339931" cy="696214"/>
      </dsp:txXfrm>
    </dsp:sp>
    <dsp:sp modelId="{4D274D01-7ED5-43EE-BA90-D1BBE3CE97DC}">
      <dsp:nvSpPr>
        <dsp:cNvPr id="0" name=""/>
        <dsp:cNvSpPr/>
      </dsp:nvSpPr>
      <dsp:spPr>
        <a:xfrm>
          <a:off x="913780" y="1392428"/>
          <a:ext cx="2523776" cy="2523776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F47C082-5B10-4A7C-AE1D-702F9B1F7947}">
      <dsp:nvSpPr>
        <dsp:cNvPr id="0" name=""/>
        <dsp:cNvSpPr/>
      </dsp:nvSpPr>
      <dsp:spPr>
        <a:xfrm>
          <a:off x="2175669" y="1392428"/>
          <a:ext cx="8339931" cy="252377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smtClean="0"/>
            <a:t>Indexing costs.</a:t>
          </a:r>
          <a:endParaRPr lang="en-GB" sz="1900" kern="1200"/>
        </a:p>
      </dsp:txBody>
      <dsp:txXfrm>
        <a:off x="2175669" y="1392428"/>
        <a:ext cx="8339931" cy="696214"/>
      </dsp:txXfrm>
    </dsp:sp>
    <dsp:sp modelId="{48CAC5BF-4366-4F0F-AC60-D91B54C5D684}">
      <dsp:nvSpPr>
        <dsp:cNvPr id="0" name=""/>
        <dsp:cNvSpPr/>
      </dsp:nvSpPr>
      <dsp:spPr>
        <a:xfrm>
          <a:off x="1370671" y="2088642"/>
          <a:ext cx="1609995" cy="1609995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hueOff val="7796769"/>
            <a:satOff val="-35976"/>
            <a:lumOff val="132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93B42E0-0B8E-45DE-9BF6-0F151F465B71}">
      <dsp:nvSpPr>
        <dsp:cNvPr id="0" name=""/>
        <dsp:cNvSpPr/>
      </dsp:nvSpPr>
      <dsp:spPr>
        <a:xfrm>
          <a:off x="2175669" y="2088642"/>
          <a:ext cx="8339931" cy="160999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smtClean="0"/>
            <a:t>Images and costs of images.</a:t>
          </a:r>
          <a:endParaRPr lang="en-GB" sz="1900" kern="1200"/>
        </a:p>
      </dsp:txBody>
      <dsp:txXfrm>
        <a:off x="2175669" y="2088642"/>
        <a:ext cx="8339931" cy="696214"/>
      </dsp:txXfrm>
    </dsp:sp>
    <dsp:sp modelId="{83031C79-6658-42BA-AF08-4B6E2D9C5D6C}">
      <dsp:nvSpPr>
        <dsp:cNvPr id="0" name=""/>
        <dsp:cNvSpPr/>
      </dsp:nvSpPr>
      <dsp:spPr>
        <a:xfrm>
          <a:off x="1827561" y="2784856"/>
          <a:ext cx="696214" cy="696214"/>
        </a:xfrm>
        <a:prstGeom prst="pie">
          <a:avLst>
            <a:gd name="adj1" fmla="val 5400000"/>
            <a:gd name="adj2" fmla="val 16200000"/>
          </a:avLst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99E46F-4A25-4665-914C-84F9B8A7F438}">
      <dsp:nvSpPr>
        <dsp:cNvPr id="0" name=""/>
        <dsp:cNvSpPr/>
      </dsp:nvSpPr>
      <dsp:spPr>
        <a:xfrm>
          <a:off x="2175669" y="2784856"/>
          <a:ext cx="8339931" cy="69621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smtClean="0"/>
            <a:t>Paperback. </a:t>
          </a:r>
          <a:endParaRPr lang="en-GB" sz="1900" kern="1200"/>
        </a:p>
      </dsp:txBody>
      <dsp:txXfrm>
        <a:off x="2175669" y="2784856"/>
        <a:ext cx="8339931" cy="69621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612C14-10EA-487C-AF53-6AE3D4BD4D18}">
      <dsp:nvSpPr>
        <dsp:cNvPr id="0" name=""/>
        <dsp:cNvSpPr/>
      </dsp:nvSpPr>
      <dsp:spPr>
        <a:xfrm>
          <a:off x="1585184" y="0"/>
          <a:ext cx="3785616" cy="132556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lvl="0" algn="ctr" defTabSz="16446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700" kern="1200" smtClean="0"/>
            <a:t>Routes to trade publication</a:t>
          </a:r>
          <a:endParaRPr lang="en-GB" sz="3700" kern="1200"/>
        </a:p>
      </dsp:txBody>
      <dsp:txXfrm>
        <a:off x="1649893" y="64709"/>
        <a:ext cx="3656198" cy="119614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40AB80-3670-42B1-A9FA-C29F6EA5FC51}">
      <dsp:nvSpPr>
        <dsp:cNvPr id="0" name=""/>
        <dsp:cNvSpPr/>
      </dsp:nvSpPr>
      <dsp:spPr>
        <a:xfrm>
          <a:off x="1298358" y="0"/>
          <a:ext cx="4351338" cy="4351338"/>
        </a:xfrm>
        <a:prstGeom prst="diamond">
          <a:avLst/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67C50F7E-E275-4C94-8719-909B943587E4}">
      <dsp:nvSpPr>
        <dsp:cNvPr id="0" name=""/>
        <dsp:cNvSpPr/>
      </dsp:nvSpPr>
      <dsp:spPr>
        <a:xfrm>
          <a:off x="1711735" y="413377"/>
          <a:ext cx="1697021" cy="169702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smtClean="0"/>
            <a:t>Keep telling people about your project.</a:t>
          </a:r>
          <a:endParaRPr lang="en-GB" sz="1900" kern="1200"/>
        </a:p>
      </dsp:txBody>
      <dsp:txXfrm>
        <a:off x="1794577" y="496219"/>
        <a:ext cx="1531337" cy="1531337"/>
      </dsp:txXfrm>
    </dsp:sp>
    <dsp:sp modelId="{2AF17DD0-1306-4005-ADD8-2000A5FB1F39}">
      <dsp:nvSpPr>
        <dsp:cNvPr id="0" name=""/>
        <dsp:cNvSpPr/>
      </dsp:nvSpPr>
      <dsp:spPr>
        <a:xfrm>
          <a:off x="3539297" y="413377"/>
          <a:ext cx="1697021" cy="169702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smtClean="0"/>
            <a:t>Approach trade editors directly.</a:t>
          </a:r>
          <a:endParaRPr lang="en-GB" sz="1900" kern="1200"/>
        </a:p>
      </dsp:txBody>
      <dsp:txXfrm>
        <a:off x="3622139" y="496219"/>
        <a:ext cx="1531337" cy="1531337"/>
      </dsp:txXfrm>
    </dsp:sp>
    <dsp:sp modelId="{7DB0A3CD-6A2D-4B77-803A-CDD818CC6B46}">
      <dsp:nvSpPr>
        <dsp:cNvPr id="0" name=""/>
        <dsp:cNvSpPr/>
      </dsp:nvSpPr>
      <dsp:spPr>
        <a:xfrm>
          <a:off x="1711735" y="2240939"/>
          <a:ext cx="1697021" cy="169702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smtClean="0"/>
            <a:t>Note the OUP “Impact” series.</a:t>
          </a:r>
          <a:endParaRPr lang="en-GB" sz="1900" kern="1200"/>
        </a:p>
      </dsp:txBody>
      <dsp:txXfrm>
        <a:off x="1794577" y="2323781"/>
        <a:ext cx="1531337" cy="1531337"/>
      </dsp:txXfrm>
    </dsp:sp>
    <dsp:sp modelId="{62BD8442-8D04-4FA7-B0D3-F2C4E21220A5}">
      <dsp:nvSpPr>
        <dsp:cNvPr id="0" name=""/>
        <dsp:cNvSpPr/>
      </dsp:nvSpPr>
      <dsp:spPr>
        <a:xfrm>
          <a:off x="3539297" y="2240939"/>
          <a:ext cx="1697021" cy="1697021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smtClean="0"/>
            <a:t>Consider proposing an OUP Very Short Introduction.</a:t>
          </a:r>
          <a:endParaRPr lang="en-GB" sz="1900" kern="1200"/>
        </a:p>
      </dsp:txBody>
      <dsp:txXfrm>
        <a:off x="3622139" y="2323781"/>
        <a:ext cx="1531337" cy="153133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D4B930-D526-46E1-8098-0BC45B2FAC95}">
      <dsp:nvSpPr>
        <dsp:cNvPr id="0" name=""/>
        <dsp:cNvSpPr/>
      </dsp:nvSpPr>
      <dsp:spPr>
        <a:xfrm>
          <a:off x="788669" y="0"/>
          <a:ext cx="8938260" cy="13255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70A047-CBD0-4A5D-B8DF-4A273F7B83BA}">
      <dsp:nvSpPr>
        <dsp:cNvPr id="0" name=""/>
        <dsp:cNvSpPr/>
      </dsp:nvSpPr>
      <dsp:spPr>
        <a:xfrm>
          <a:off x="3450431" y="397668"/>
          <a:ext cx="3614737" cy="530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kern="1200" dirty="0" smtClean="0"/>
            <a:t>If at first you don’t succeed …</a:t>
          </a:r>
          <a:endParaRPr lang="en-GB" sz="2200" kern="1200" dirty="0"/>
        </a:p>
      </dsp:txBody>
      <dsp:txXfrm>
        <a:off x="3476314" y="423551"/>
        <a:ext cx="3562971" cy="478459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571DFB-0277-44CC-8AD7-81C08AC3B69A}">
      <dsp:nvSpPr>
        <dsp:cNvPr id="0" name=""/>
        <dsp:cNvSpPr/>
      </dsp:nvSpPr>
      <dsp:spPr>
        <a:xfrm>
          <a:off x="0" y="699084"/>
          <a:ext cx="10515600" cy="91143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800" kern="1200" smtClean="0"/>
            <a:t>Make use of any feedback.</a:t>
          </a:r>
          <a:endParaRPr lang="en-GB" sz="3800" kern="1200"/>
        </a:p>
      </dsp:txBody>
      <dsp:txXfrm>
        <a:off x="44492" y="743576"/>
        <a:ext cx="10426616" cy="822446"/>
      </dsp:txXfrm>
    </dsp:sp>
    <dsp:sp modelId="{200BE744-296A-4389-9E43-CEC670132AE8}">
      <dsp:nvSpPr>
        <dsp:cNvPr id="0" name=""/>
        <dsp:cNvSpPr/>
      </dsp:nvSpPr>
      <dsp:spPr>
        <a:xfrm>
          <a:off x="0" y="1719954"/>
          <a:ext cx="10515600" cy="911430"/>
        </a:xfrm>
        <a:prstGeom prst="round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800" kern="1200" smtClean="0"/>
            <a:t>Try other publishers.</a:t>
          </a:r>
          <a:endParaRPr lang="en-GB" sz="3800" kern="1200"/>
        </a:p>
      </dsp:txBody>
      <dsp:txXfrm>
        <a:off x="44492" y="1764446"/>
        <a:ext cx="10426616" cy="822446"/>
      </dsp:txXfrm>
    </dsp:sp>
    <dsp:sp modelId="{0A176010-1C2D-448D-B840-FF029F89E143}">
      <dsp:nvSpPr>
        <dsp:cNvPr id="0" name=""/>
        <dsp:cNvSpPr/>
      </dsp:nvSpPr>
      <dsp:spPr>
        <a:xfrm>
          <a:off x="0" y="2740824"/>
          <a:ext cx="10515600" cy="911430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800" kern="1200" smtClean="0"/>
            <a:t>But I think you probably will succeed quite quickly!</a:t>
          </a:r>
          <a:endParaRPr lang="en-GB" sz="3800" kern="1200"/>
        </a:p>
      </dsp:txBody>
      <dsp:txXfrm>
        <a:off x="44492" y="2785316"/>
        <a:ext cx="10426616" cy="8224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F522D-C4B0-48CD-A428-30BF5FA1EBF9}" type="datetimeFigureOut">
              <a:rPr lang="en-GB" smtClean="0"/>
              <a:t>22/04/2021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29F-A8CD-4A55-BB51-DF0AF37F5B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271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F522D-C4B0-48CD-A428-30BF5FA1EBF9}" type="datetimeFigureOut">
              <a:rPr lang="en-GB" smtClean="0"/>
              <a:t>22/04/2021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29F-A8CD-4A55-BB51-DF0AF37F5B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33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F522D-C4B0-48CD-A428-30BF5FA1EBF9}" type="datetimeFigureOut">
              <a:rPr lang="en-GB" smtClean="0"/>
              <a:t>22/04/2021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29F-A8CD-4A55-BB51-DF0AF37F5B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2743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F522D-C4B0-48CD-A428-30BF5FA1EBF9}" type="datetimeFigureOut">
              <a:rPr lang="en-GB" smtClean="0"/>
              <a:t>22/04/2021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29F-A8CD-4A55-BB51-DF0AF37F5B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069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F522D-C4B0-48CD-A428-30BF5FA1EBF9}" type="datetimeFigureOut">
              <a:rPr lang="en-GB" smtClean="0"/>
              <a:t>22/04/2021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29F-A8CD-4A55-BB51-DF0AF37F5B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1590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F522D-C4B0-48CD-A428-30BF5FA1EBF9}" type="datetimeFigureOut">
              <a:rPr lang="en-GB" smtClean="0"/>
              <a:t>22/04/2021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29F-A8CD-4A55-BB51-DF0AF37F5B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124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F522D-C4B0-48CD-A428-30BF5FA1EBF9}" type="datetimeFigureOut">
              <a:rPr lang="en-GB" smtClean="0"/>
              <a:t>22/04/2021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29F-A8CD-4A55-BB51-DF0AF37F5B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476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F522D-C4B0-48CD-A428-30BF5FA1EBF9}" type="datetimeFigureOut">
              <a:rPr lang="en-GB" smtClean="0"/>
              <a:t>22/04/2021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29F-A8CD-4A55-BB51-DF0AF37F5B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95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F522D-C4B0-48CD-A428-30BF5FA1EBF9}" type="datetimeFigureOut">
              <a:rPr lang="en-GB" smtClean="0"/>
              <a:t>22/04/2021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29F-A8CD-4A55-BB51-DF0AF37F5B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8219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F522D-C4B0-48CD-A428-30BF5FA1EBF9}" type="datetimeFigureOut">
              <a:rPr lang="en-GB" smtClean="0"/>
              <a:t>22/04/2021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29F-A8CD-4A55-BB51-DF0AF37F5B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250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F522D-C4B0-48CD-A428-30BF5FA1EBF9}" type="datetimeFigureOut">
              <a:rPr lang="en-GB" smtClean="0"/>
              <a:t>22/04/2021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4129F-A8CD-4A55-BB51-DF0AF37F5B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5037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F522D-C4B0-48CD-A428-30BF5FA1EBF9}" type="datetimeFigureOut">
              <a:rPr lang="en-GB" smtClean="0"/>
              <a:t>22/04/2021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4129F-A8CD-4A55-BB51-DF0AF37F5B9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987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5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5.xml"/><Relationship Id="rId3" Type="http://schemas.openxmlformats.org/officeDocument/2006/relationships/diagramLayout" Target="../diagrams/layout14.xml"/><Relationship Id="rId7" Type="http://schemas.openxmlformats.org/officeDocument/2006/relationships/diagramData" Target="../diagrams/data15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11" Type="http://schemas.microsoft.com/office/2007/relationships/diagramDrawing" Target="../diagrams/drawing15.xml"/><Relationship Id="rId5" Type="http://schemas.openxmlformats.org/officeDocument/2006/relationships/diagramColors" Target="../diagrams/colors14.xml"/><Relationship Id="rId10" Type="http://schemas.openxmlformats.org/officeDocument/2006/relationships/diagramColors" Target="../diagrams/colors15.xml"/><Relationship Id="rId4" Type="http://schemas.openxmlformats.org/officeDocument/2006/relationships/diagramQuickStyle" Target="../diagrams/quickStyle14.xml"/><Relationship Id="rId9" Type="http://schemas.openxmlformats.org/officeDocument/2006/relationships/diagramQuickStyle" Target="../diagrams/quickStyle1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7.xml"/><Relationship Id="rId3" Type="http://schemas.openxmlformats.org/officeDocument/2006/relationships/diagramLayout" Target="../diagrams/layout16.xml"/><Relationship Id="rId7" Type="http://schemas.openxmlformats.org/officeDocument/2006/relationships/diagramData" Target="../diagrams/data17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11" Type="http://schemas.microsoft.com/office/2007/relationships/diagramDrawing" Target="../diagrams/drawing17.xml"/><Relationship Id="rId5" Type="http://schemas.openxmlformats.org/officeDocument/2006/relationships/diagramColors" Target="../diagrams/colors16.xml"/><Relationship Id="rId10" Type="http://schemas.openxmlformats.org/officeDocument/2006/relationships/diagramColors" Target="../diagrams/colors17.xml"/><Relationship Id="rId4" Type="http://schemas.openxmlformats.org/officeDocument/2006/relationships/diagramQuickStyle" Target="../diagrams/quickStyle16.xml"/><Relationship Id="rId9" Type="http://schemas.openxmlformats.org/officeDocument/2006/relationships/diagramQuickStyle" Target="../diagrams/quickStyle1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9.xml"/><Relationship Id="rId3" Type="http://schemas.openxmlformats.org/officeDocument/2006/relationships/diagramLayout" Target="../diagrams/layout18.xml"/><Relationship Id="rId7" Type="http://schemas.openxmlformats.org/officeDocument/2006/relationships/diagramData" Target="../diagrams/data19.xml"/><Relationship Id="rId12" Type="http://schemas.openxmlformats.org/officeDocument/2006/relationships/image" Target="../media/image15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11" Type="http://schemas.microsoft.com/office/2007/relationships/diagramDrawing" Target="../diagrams/drawing19.xml"/><Relationship Id="rId5" Type="http://schemas.openxmlformats.org/officeDocument/2006/relationships/diagramColors" Target="../diagrams/colors18.xml"/><Relationship Id="rId10" Type="http://schemas.openxmlformats.org/officeDocument/2006/relationships/diagramColors" Target="../diagrams/colors19.xml"/><Relationship Id="rId4" Type="http://schemas.openxmlformats.org/officeDocument/2006/relationships/diagramQuickStyle" Target="../diagrams/quickStyle18.xml"/><Relationship Id="rId9" Type="http://schemas.openxmlformats.org/officeDocument/2006/relationships/diagramQuickStyle" Target="../diagrams/quickStyle1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1.xml"/><Relationship Id="rId3" Type="http://schemas.openxmlformats.org/officeDocument/2006/relationships/diagramLayout" Target="../diagrams/layout20.xml"/><Relationship Id="rId7" Type="http://schemas.openxmlformats.org/officeDocument/2006/relationships/diagramData" Target="../diagrams/data21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11" Type="http://schemas.microsoft.com/office/2007/relationships/diagramDrawing" Target="../diagrams/drawing21.xml"/><Relationship Id="rId5" Type="http://schemas.openxmlformats.org/officeDocument/2006/relationships/diagramColors" Target="../diagrams/colors20.xml"/><Relationship Id="rId10" Type="http://schemas.openxmlformats.org/officeDocument/2006/relationships/diagramColors" Target="../diagrams/colors21.xml"/><Relationship Id="rId4" Type="http://schemas.openxmlformats.org/officeDocument/2006/relationships/diagramQuickStyle" Target="../diagrams/quickStyle20.xml"/><Relationship Id="rId9" Type="http://schemas.openxmlformats.org/officeDocument/2006/relationships/diagramQuickStyle" Target="../diagrams/quickStyle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62" y="494144"/>
            <a:ext cx="11739419" cy="58697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517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1551177"/>
            <a:ext cx="8957965" cy="4701841"/>
          </a:xfrm>
          <a:prstGeom prst="rect">
            <a:avLst/>
          </a:prstGeom>
        </p:spPr>
      </p:pic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450379699"/>
              </p:ext>
            </p:extLst>
          </p:nvPr>
        </p:nvGraphicFramePr>
        <p:xfrm>
          <a:off x="-719881" y="288166"/>
          <a:ext cx="3620100" cy="12630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750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05062237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42807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1369" y="5114925"/>
            <a:ext cx="2628900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748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666166563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685766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917371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739390666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376502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591016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Identifying the market</a:t>
            </a:r>
            <a:endParaRPr lang="en-GB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7093500"/>
              </p:ext>
            </p:extLst>
          </p:nvPr>
        </p:nvGraphicFramePr>
        <p:xfrm>
          <a:off x="838200" y="1825625"/>
          <a:ext cx="857365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9282" y="1825625"/>
            <a:ext cx="2424084" cy="16195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9282" y="4554229"/>
            <a:ext cx="2424084" cy="162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76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074965502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32297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35307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063447168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395362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533589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639034260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For an academic book you may be asked to submit your CV.</a:t>
            </a:r>
          </a:p>
          <a:p>
            <a:r>
              <a:rPr lang="en-GB" dirty="0" smtClean="0"/>
              <a:t>But you still need a short, punchy bio paragraph.</a:t>
            </a:r>
          </a:p>
          <a:p>
            <a:r>
              <a:rPr lang="en-GB" dirty="0"/>
              <a:t>“I </a:t>
            </a:r>
            <a:r>
              <a:rPr lang="en-GB" dirty="0" smtClean="0"/>
              <a:t>am Professor of Modern history at the University of Exeter. I have </a:t>
            </a:r>
            <a:r>
              <a:rPr lang="en-GB" dirty="0"/>
              <a:t>published 19 non-fiction books on historical topics and was the co-presenter of the 2018 Channel 4 documentary </a:t>
            </a:r>
            <a:r>
              <a:rPr lang="en-GB" i="1" dirty="0"/>
              <a:t>Churchill's Secret Affair</a:t>
            </a:r>
            <a:r>
              <a:rPr lang="en-GB" dirty="0"/>
              <a:t>. I have written for the </a:t>
            </a:r>
            <a:r>
              <a:rPr lang="en-GB" i="1" dirty="0"/>
              <a:t>Guardian</a:t>
            </a:r>
            <a:r>
              <a:rPr lang="en-GB" dirty="0"/>
              <a:t>, the </a:t>
            </a:r>
            <a:r>
              <a:rPr lang="en-GB" i="1" dirty="0"/>
              <a:t>New York Times</a:t>
            </a:r>
            <a:r>
              <a:rPr lang="en-GB" dirty="0"/>
              <a:t>, and many other publications. </a:t>
            </a:r>
            <a:r>
              <a:rPr lang="en-GB" dirty="0" smtClean="0"/>
              <a:t>In </a:t>
            </a:r>
            <a:r>
              <a:rPr lang="en-GB" dirty="0"/>
              <a:t>2007 I won the </a:t>
            </a:r>
            <a:r>
              <a:rPr lang="en-GB" i="1" dirty="0"/>
              <a:t>Times Higher Education </a:t>
            </a:r>
            <a:r>
              <a:rPr lang="en-GB" dirty="0"/>
              <a:t>Young Academic of the Year Award for my book Lloyd George and Churchill: Rivals for Greatness. </a:t>
            </a:r>
            <a:r>
              <a:rPr lang="en-GB" dirty="0" smtClean="0"/>
              <a:t>Mick </a:t>
            </a:r>
            <a:r>
              <a:rPr lang="en-GB" dirty="0"/>
              <a:t>Jagger once revealed in an interview </a:t>
            </a:r>
            <a:r>
              <a:rPr lang="en-GB" dirty="0" smtClean="0"/>
              <a:t>that </a:t>
            </a:r>
            <a:r>
              <a:rPr lang="en-GB" dirty="0"/>
              <a:t>he has one of my books on his Kindle</a:t>
            </a:r>
            <a:r>
              <a:rPr lang="en-GB" dirty="0" smtClean="0"/>
              <a:t>.”</a:t>
            </a:r>
          </a:p>
          <a:p>
            <a:r>
              <a:rPr lang="en-GB" dirty="0" smtClean="0"/>
              <a:t>Give social media stats (if they’re impressive).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7380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87349070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753983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94325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709082515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25712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519564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327375495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845985"/>
              </p:ext>
            </p:extLst>
          </p:nvPr>
        </p:nvGraphicFramePr>
        <p:xfrm>
          <a:off x="838200" y="1825625"/>
          <a:ext cx="694805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7357" y="1320367"/>
            <a:ext cx="3152775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384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790413392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040442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92777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7644" y="-64878"/>
            <a:ext cx="10640720" cy="692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927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6896</TotalTime>
  <Words>601</Words>
  <Application>Microsoft Office PowerPoint</Application>
  <PresentationFormat>Widescreen</PresentationFormat>
  <Paragraphs>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Identifying the market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Exeter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Toye, Richard</dc:creator>
  <cp:lastModifiedBy>Toye, Richard</cp:lastModifiedBy>
  <cp:revision>26</cp:revision>
  <dcterms:created xsi:type="dcterms:W3CDTF">2021-04-14T17:50:55Z</dcterms:created>
  <dcterms:modified xsi:type="dcterms:W3CDTF">2021-04-24T15:28:19Z</dcterms:modified>
</cp:coreProperties>
</file>